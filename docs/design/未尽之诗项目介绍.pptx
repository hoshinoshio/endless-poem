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zh-CN"/>
    </a:defPPr>
    <a:lvl1pPr marL="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7" d="100"/>
          <a:sy n="97" d="100"/>
        </p:scale>
        <p:origin x="82" y="26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lang="zh-CN" sz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大家好，我们是G08组，今天介绍的项目叫《未尽之诗》。它是一款基于Godot开发的叙事型Roguelite卡牌游戏。封面上的这句“终焉未曾结束，世界仍在萌芽”，就是整个游戏想传达的基调：故事还没写完，玩家的每一次选择都在继续书写它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今天的汇报分为五个部分。先讲项目定位和我们想给玩家的三种体验，然后是核心玩法，也就是卡牌战斗和非线性地图。接着讲叙事节奏与伏笔，再讲像素场景加手绘卡面的美术风格，最后是原型计划、参考资料和小组分工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先说这是一款什么样的游戏。它是叙事型的Roguelite卡牌构筑游戏，面向PC平台，用Godot引擎开发。主角月璃在一本仍在书写的魔法书中接受试炼，由时间权柄的赐予者克洛诺斯引导。魔法书里有七个区域，每个区域对应一种权柄，试炼、权柄、证据和顺序，是贯穿全作的四个关键词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我们给自己定了三个体验目标。第一是流畅的战斗，敌人持续行动，出牌不会打断节奏。第二是细致的地图，每个区域都有自己的探索规则和地标。第三是精美的卡面，我们希望卡牌采用手绘的仪式图鉴风格，每一张都值得收藏。后面的内容，都是围绕这三点展开的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战斗部分我们只做一个简单介绍：在这个游戏里，出牌就是战斗。敌人会持续行动，战斗不会停下来等你。玩家选牌时战场会放缓，留出思考时间；卡牌打出后立即生效，随后回到牌库冷却，冷却结束又能再次使用。整个循环就是选牌、出牌、回库冷却，节奏流畅，也容易上手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地图是这款游戏的重点之一。整本魔法书就是一张总图，第一章失刻星台固定作为教学关，属于时间权柄。中段的岔路灯城、双门渡港、返生河庭、澄空铸庭和七门下行这五个区域，可以按任意顺序游玩，大约有一百二十种排列。我们用“成对回应”的方式来编写，任意两个区域的先后都会得到回应。五个区域都完成后，才会进入终章终舞之庭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进入某一章之后，一次远征由八个节点组成，而且每个节点都有它的作用，没有凑数。入口、必经证据、角色事件和Boss是固定的，其余节点是分支，玩家在分支前就能看到收益和代价。一次远征大约有三到四场普通战斗、一场可选的精英战和一场Boss战。同一地点重返时，会解锁落日前、钟鸣后、锚定时等新的时间切片；证据也分为已证实、转述和月璃的推测三个等级。另外，每个区域还有专属的探索规则，比如灯城的灯塔会改变路线，渡港的成对门会重新连接，铸庭需要投入资源来搭建支撑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每一章的节奏可以概括为调查、试炼、余韵。从序幕进入区域开始，玩家走图、收集证据，再通过证人事件和关键角色对话，张力逐步抬升，到Boss试炼时达到顶点，试炼卡也在这里登场。之后是一个非战斗的结尾，以对话和选择收束，最后回到据点整理牌组。叙事上我们不靠长篇旁白，而是让玩家自己从记录和证词中拼出真相；完成的区域也不会关闭，可以回访补全证据和支线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非线性地图带来的一个重要设计，是顺序会留下痕迹。比如先去时间区还是生命区，会让记录与证人的位置互换；先去空间区还是以太区，区域设施会呈现不同形态；早入或晚入七门，真我的揭示方式也不同；而每章结尾的选择，会改写后续的日志和对白。伏笔不只藏在剧情里，也藏在卡组里：试炼卡会预示下一种权柄的能力，每一章还会揭示赌约的一条条款，到终章拼齐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美术上我们采用双轨规则。除了卡牌以外，角色、敌人、地图和界面全部是像素风，用统一的像素网格保证动作和地图信息清楚可读。卡牌则是唯一的“纸上”元素，用墨线、纸张和仪式图鉴的风格来画，可以放大细看。基础色是暖纸白、墨蓝和炭黑，金色只留给可以交互的元素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一页展示卡面规范。每张牌都像一页图鉴，版式统一：左上角是费用，右下角是冷却时间，色带表示所属权柄，试炼卡则会带一个角标，保证战斗中一眼就能读懂。七种权柄对应七种卡面色，分别是魔法朱砂、时间旧铜、空间群青、以太紫灰、生命苔绿、真我银白和终末暗金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接下来的原型计划，是先完整做出失刻星台这一章。范围包括一张八节点地图、四张初始牌加八张奖励牌、三种幽影和一个精英、克洛诺斯Boss、证人暮笙，以及两种章末结局。验收标准是试玩者能看懂敌人的行动条，能主动用上放缓和冷却，并且形成两种不同的构筑。开发顺序是规则、循环、策略、非线性，最后再扩展到其余区域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里列出了我们的参考资料。开发方面主要参考Godot简体中文官方文档中的《你的第一个2D游戏》、2D文档和《学习用GDScript编程》；设定方面来自我们组的《part1设定_失刻星台》和设定评审修改建议。神话意象参考了大都会艺术博物馆、大英博物馆、Perseus的《神谱》和ETCSL的《伊南娜下冥界》，这些资料只作为权柄和角色的意象参考，不直接复刻原典情节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最后是小组成员分工及评价。高豪杰负责ppt制作和大纲设定，较为初步地完成了游戏的世界观，并制作了简单的ppt演示。庄凯杰负责想法贡献和ppt修改，提供了很好的游戏设计想法，并对ppt作了部分修改。隆涛负责想法贡献和初稿撰写，提供了游戏玩法上的建议，同时编写了完整的ppt初稿。我们的汇报就到这里，谢谢大家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dless_poem_intro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altLang="zh-CN" smtClean="0"/>
              <a:t>9/27/2026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endless_poem_intro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zh-CN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altLang="zh-CN" smtClean="0"/>
              <a:t>9/27/2026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zh-CN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zh-CN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ctr" defTabSz="457200" rtl="0" eaLnBrk="1" latinLnBrk="0" hangingPunct="1">
        <a:spcBef>
          <a:spcPct val="0"/>
        </a:spcBef>
        <a:buNone/>
        <a:defRPr lang="zh-CN" sz="31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lang="zh-CN"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lang="zh-CN"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lang="zh-CN"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lang="zh-CN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lang="zh-CN"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lang="zh-CN"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lang="zh-CN"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lang="zh-CN"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lang="zh-CN"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lang="zh-CN"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lang="zh-CN"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lang="zh-CN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lang="zh-CN"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lang="zh-CN"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lang="zh-CN"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lang="zh-CN"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F1530"/>
            </a:gs>
            <a:gs pos="55000">
              <a:schemeClr val="accent5"/>
            </a:gs>
            <a:gs pos="82000">
              <a:srgbClr val="6A4552"/>
            </a:gs>
            <a:gs pos="100000">
              <a:schemeClr val="accent3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sky-stars"/>
          <p:cNvGrpSpPr/>
          <p:nvPr/>
        </p:nvGrpSpPr>
        <p:grpSpPr>
          <a:xfrm>
            <a:off x="914400" y="533400"/>
            <a:ext cx="10896600" cy="3505200"/>
            <a:chOff x="914400" y="533400"/>
            <a:chExt cx="10896600" cy="3505200"/>
          </a:xfrm>
        </p:grpSpPr>
        <p:sp>
          <p:nvSpPr>
            <p:cNvPr id="2" name="Rectangle 2"/>
            <p:cNvSpPr/>
            <p:nvPr/>
          </p:nvSpPr>
          <p:spPr>
            <a:xfrm>
              <a:off x="914400" y="685800"/>
              <a:ext cx="76200" cy="76200"/>
            </a:xfrm>
            <a:prstGeom prst="rect">
              <a:avLst/>
            </a:prstGeom>
            <a:solidFill>
              <a:schemeClr val="dk1">
                <a:alpha val="80000"/>
              </a:schemeClr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2209800" y="1219200"/>
              <a:ext cx="38100" cy="38100"/>
            </a:xfrm>
            <a:prstGeom prst="rect">
              <a:avLst/>
            </a:prstGeom>
            <a:solidFill>
              <a:schemeClr val="dk1">
                <a:alpha val="60000"/>
              </a:schemeClr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3886200" y="609600"/>
              <a:ext cx="381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5334000" y="1066800"/>
              <a:ext cx="76200" cy="76200"/>
            </a:xfrm>
            <a:prstGeom prst="rect">
              <a:avLst/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6172200" y="533400"/>
              <a:ext cx="38100" cy="38100"/>
            </a:xfrm>
            <a:prstGeom prst="rect">
              <a:avLst/>
            </a:prstGeom>
            <a:solidFill>
              <a:schemeClr val="dk1">
                <a:alpha val="70000"/>
              </a:schemeClr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11277600" y="914400"/>
              <a:ext cx="76200" cy="76200"/>
            </a:xfrm>
            <a:prstGeom prst="rect">
              <a:avLst/>
            </a:prstGeom>
            <a:solidFill>
              <a:schemeClr val="dk1">
                <a:alpha val="80000"/>
              </a:schemeClr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11582400" y="2019300"/>
              <a:ext cx="381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6324600" y="2171700"/>
              <a:ext cx="38100" cy="38100"/>
            </a:xfrm>
            <a:prstGeom prst="rect">
              <a:avLst/>
            </a:prstGeom>
            <a:solidFill>
              <a:schemeClr val="dk1">
                <a:alpha val="50000"/>
              </a:schemeClr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10972800" y="4000500"/>
              <a:ext cx="38100" cy="38100"/>
            </a:xfrm>
            <a:prstGeom prst="rect">
              <a:avLst/>
            </a:prstGeom>
            <a:solidFill>
              <a:schemeClr val="dk1">
                <a:alpha val="60000"/>
              </a:schemeClr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5715000" y="3810000"/>
              <a:ext cx="38100" cy="38100"/>
            </a:xfrm>
            <a:prstGeom prst="rect">
              <a:avLst/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11772900" y="533400"/>
              <a:ext cx="38100" cy="38100"/>
            </a:xfrm>
            <a:prstGeom prst="rect">
              <a:avLst/>
            </a:prstGeom>
            <a:solidFill>
              <a:schemeClr val="dk1">
                <a:alpha val="50000"/>
              </a:schemeClr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11239500" y="952500"/>
              <a:ext cx="152400" cy="38100"/>
            </a:xfrm>
            <a:prstGeom prst="rect">
              <a:avLst/>
            </a:prstGeom>
            <a:solidFill>
              <a:schemeClr val="dk1">
                <a:alpha val="35000"/>
              </a:schemeClr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11296650" y="895350"/>
              <a:ext cx="38100" cy="152400"/>
            </a:xfrm>
            <a:prstGeom prst="rect">
              <a:avLst/>
            </a:prstGeom>
            <a:solidFill>
              <a:schemeClr val="dk1">
                <a:alpha val="35000"/>
              </a:schemeClr>
            </a:solidFill>
            <a:ln>
              <a:noFill/>
            </a:ln>
          </p:spPr>
        </p:sp>
      </p:grpSp>
      <p:grpSp>
        <p:nvGrpSpPr>
          <p:cNvPr id="25" name="ring-motif"/>
          <p:cNvGrpSpPr/>
          <p:nvPr/>
        </p:nvGrpSpPr>
        <p:grpSpPr>
          <a:xfrm>
            <a:off x="6172200" y="838200"/>
            <a:ext cx="4800600" cy="4800600"/>
            <a:chOff x="6172200" y="838200"/>
            <a:chExt cx="4800600" cy="4800600"/>
          </a:xfrm>
        </p:grpSpPr>
        <p:sp>
          <p:nvSpPr>
            <p:cNvPr id="16" name="Ellipse 16"/>
            <p:cNvSpPr/>
            <p:nvPr/>
          </p:nvSpPr>
          <p:spPr>
            <a:xfrm>
              <a:off x="6762750" y="1428750"/>
              <a:ext cx="3619500" cy="3619500"/>
            </a:xfrm>
            <a:prstGeom prst="ellipse">
              <a:avLst/>
            </a:prstGeom>
            <a:gradFill>
              <a:gsLst>
                <a:gs pos="0">
                  <a:schemeClr val="accent3">
                    <a:alpha val="28000"/>
                  </a:schemeClr>
                </a:gs>
                <a:gs pos="100000">
                  <a:schemeClr val="accent5">
                    <a:alpha val="0"/>
                  </a:schemeClr>
                </a:gs>
              </a:gsLst>
              <a:path path="circle">
                <a:fillToRect l="50000" t="62000" r="50000" b="38000"/>
              </a:path>
            </a:gra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6172200" y="838200"/>
              <a:ext cx="4800600" cy="4800600"/>
            </a:xfrm>
            <a:prstGeom prst="ellipse">
              <a:avLst/>
            </a:prstGeom>
            <a:noFill/>
            <a:ln w="9525">
              <a:solidFill>
                <a:schemeClr val="accent1">
                  <a:alpha val="30000"/>
                </a:schemeClr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6419850" y="1085850"/>
              <a:ext cx="4305300" cy="4305300"/>
            </a:xfrm>
            <a:prstGeom prst="ellipse">
              <a:avLst/>
            </a:prstGeom>
            <a:noFill/>
            <a:ln w="38100">
              <a:solidFill>
                <a:schemeClr val="accent1"/>
              </a:solidFill>
            </a:ln>
            <a:effectLst>
              <a:glow rad="57150">
                <a:srgbClr val="C08A4A">
                  <a:alpha val="50000"/>
                </a:srgbClr>
              </a:glow>
            </a:effectLst>
          </p:spPr>
        </p:sp>
        <p:sp>
          <p:nvSpPr>
            <p:cNvPr id="19" name="Ellipse 19"/>
            <p:cNvSpPr/>
            <p:nvPr/>
          </p:nvSpPr>
          <p:spPr>
            <a:xfrm>
              <a:off x="6781800" y="1447800"/>
              <a:ext cx="3581400" cy="3581400"/>
            </a:xfrm>
            <a:prstGeom prst="ellipse">
              <a:avLst/>
            </a:prstGeom>
            <a:noFill/>
            <a:ln w="14288">
              <a:solidFill>
                <a:schemeClr val="accent1">
                  <a:alpha val="70000"/>
                </a:schemeClr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6564630" y="1230630"/>
              <a:ext cx="4015740" cy="4015740"/>
            </a:xfrm>
            <a:custGeom>
              <a:avLst/>
              <a:gdLst/>
              <a:ahLst/>
              <a:cxnLst/>
              <a:rect l="l" t="t" r="r" b="b"/>
              <a:pathLst>
                <a:path w="4015740" h="4015740">
                  <a:moveTo>
                    <a:pt x="2206942" y="113348"/>
                  </a:moveTo>
                  <a:lnTo>
                    <a:pt x="2219325" y="0"/>
                  </a:lnTo>
                  <a:moveTo>
                    <a:pt x="2404110" y="144780"/>
                  </a:moveTo>
                  <a:lnTo>
                    <a:pt x="2427922" y="32385"/>
                  </a:lnTo>
                  <a:moveTo>
                    <a:pt x="2596515" y="196215"/>
                  </a:moveTo>
                  <a:lnTo>
                    <a:pt x="2631757" y="87630"/>
                  </a:lnTo>
                  <a:moveTo>
                    <a:pt x="2782252" y="267653"/>
                  </a:moveTo>
                  <a:lnTo>
                    <a:pt x="2828925" y="162878"/>
                  </a:lnTo>
                  <a:moveTo>
                    <a:pt x="3128010" y="466725"/>
                  </a:moveTo>
                  <a:lnTo>
                    <a:pt x="3194685" y="374333"/>
                  </a:lnTo>
                  <a:moveTo>
                    <a:pt x="3282315" y="592455"/>
                  </a:moveTo>
                  <a:lnTo>
                    <a:pt x="3359468" y="507683"/>
                  </a:lnTo>
                  <a:moveTo>
                    <a:pt x="3423285" y="733425"/>
                  </a:moveTo>
                  <a:lnTo>
                    <a:pt x="3508057" y="656272"/>
                  </a:lnTo>
                  <a:moveTo>
                    <a:pt x="3549015" y="887730"/>
                  </a:moveTo>
                  <a:lnTo>
                    <a:pt x="3641407" y="821055"/>
                  </a:lnTo>
                  <a:moveTo>
                    <a:pt x="3748088" y="1233488"/>
                  </a:moveTo>
                  <a:lnTo>
                    <a:pt x="3852862" y="1186815"/>
                  </a:lnTo>
                  <a:moveTo>
                    <a:pt x="3819525" y="1419225"/>
                  </a:moveTo>
                  <a:lnTo>
                    <a:pt x="3928110" y="1383982"/>
                  </a:lnTo>
                  <a:moveTo>
                    <a:pt x="3870960" y="1611630"/>
                  </a:moveTo>
                  <a:lnTo>
                    <a:pt x="3983355" y="1587818"/>
                  </a:lnTo>
                  <a:moveTo>
                    <a:pt x="3902393" y="1808798"/>
                  </a:moveTo>
                  <a:lnTo>
                    <a:pt x="4015740" y="1796415"/>
                  </a:lnTo>
                  <a:moveTo>
                    <a:pt x="3902393" y="2206942"/>
                  </a:moveTo>
                  <a:lnTo>
                    <a:pt x="4015740" y="2219325"/>
                  </a:lnTo>
                  <a:moveTo>
                    <a:pt x="3870960" y="2404110"/>
                  </a:moveTo>
                  <a:lnTo>
                    <a:pt x="3983355" y="2427923"/>
                  </a:lnTo>
                  <a:moveTo>
                    <a:pt x="3819525" y="2596515"/>
                  </a:moveTo>
                  <a:lnTo>
                    <a:pt x="3928110" y="2631758"/>
                  </a:lnTo>
                  <a:moveTo>
                    <a:pt x="3748088" y="2782252"/>
                  </a:moveTo>
                  <a:lnTo>
                    <a:pt x="3852862" y="2828925"/>
                  </a:lnTo>
                  <a:moveTo>
                    <a:pt x="3549015" y="3128010"/>
                  </a:moveTo>
                  <a:lnTo>
                    <a:pt x="3641407" y="3194685"/>
                  </a:lnTo>
                  <a:moveTo>
                    <a:pt x="3423285" y="3282315"/>
                  </a:moveTo>
                  <a:lnTo>
                    <a:pt x="3508057" y="3359468"/>
                  </a:lnTo>
                  <a:moveTo>
                    <a:pt x="3282315" y="3423285"/>
                  </a:moveTo>
                  <a:lnTo>
                    <a:pt x="3359468" y="3508058"/>
                  </a:lnTo>
                  <a:moveTo>
                    <a:pt x="3128010" y="3549015"/>
                  </a:moveTo>
                  <a:lnTo>
                    <a:pt x="3194685" y="3641408"/>
                  </a:lnTo>
                  <a:moveTo>
                    <a:pt x="2782252" y="3748088"/>
                  </a:moveTo>
                  <a:lnTo>
                    <a:pt x="2828925" y="3852863"/>
                  </a:lnTo>
                  <a:moveTo>
                    <a:pt x="2596515" y="3819525"/>
                  </a:moveTo>
                  <a:lnTo>
                    <a:pt x="2631757" y="3928110"/>
                  </a:lnTo>
                  <a:moveTo>
                    <a:pt x="2404110" y="3870960"/>
                  </a:moveTo>
                  <a:lnTo>
                    <a:pt x="2427922" y="3983355"/>
                  </a:lnTo>
                  <a:moveTo>
                    <a:pt x="2206942" y="3902392"/>
                  </a:moveTo>
                  <a:lnTo>
                    <a:pt x="2219325" y="4015740"/>
                  </a:lnTo>
                  <a:moveTo>
                    <a:pt x="1808797" y="3902392"/>
                  </a:moveTo>
                  <a:lnTo>
                    <a:pt x="1796415" y="4015740"/>
                  </a:lnTo>
                  <a:moveTo>
                    <a:pt x="1611630" y="3870960"/>
                  </a:moveTo>
                  <a:lnTo>
                    <a:pt x="1587817" y="3983355"/>
                  </a:lnTo>
                  <a:moveTo>
                    <a:pt x="1419225" y="3819525"/>
                  </a:moveTo>
                  <a:lnTo>
                    <a:pt x="1383982" y="3928110"/>
                  </a:lnTo>
                  <a:moveTo>
                    <a:pt x="1233488" y="3748088"/>
                  </a:moveTo>
                  <a:lnTo>
                    <a:pt x="1186815" y="3852863"/>
                  </a:lnTo>
                  <a:moveTo>
                    <a:pt x="887730" y="3549015"/>
                  </a:moveTo>
                  <a:lnTo>
                    <a:pt x="821055" y="3641408"/>
                  </a:lnTo>
                  <a:moveTo>
                    <a:pt x="733425" y="3423285"/>
                  </a:moveTo>
                  <a:lnTo>
                    <a:pt x="656272" y="3508058"/>
                  </a:lnTo>
                  <a:moveTo>
                    <a:pt x="592455" y="3282315"/>
                  </a:moveTo>
                  <a:lnTo>
                    <a:pt x="507682" y="3359468"/>
                  </a:lnTo>
                  <a:moveTo>
                    <a:pt x="466725" y="3128010"/>
                  </a:moveTo>
                  <a:lnTo>
                    <a:pt x="374332" y="3194685"/>
                  </a:lnTo>
                  <a:moveTo>
                    <a:pt x="267652" y="2782252"/>
                  </a:moveTo>
                  <a:lnTo>
                    <a:pt x="162877" y="2828925"/>
                  </a:lnTo>
                  <a:moveTo>
                    <a:pt x="196215" y="2596515"/>
                  </a:moveTo>
                  <a:lnTo>
                    <a:pt x="87630" y="2631758"/>
                  </a:lnTo>
                  <a:moveTo>
                    <a:pt x="144780" y="2404110"/>
                  </a:moveTo>
                  <a:lnTo>
                    <a:pt x="32385" y="2427923"/>
                  </a:lnTo>
                  <a:moveTo>
                    <a:pt x="113347" y="2206942"/>
                  </a:moveTo>
                  <a:lnTo>
                    <a:pt x="0" y="2219325"/>
                  </a:lnTo>
                  <a:moveTo>
                    <a:pt x="113347" y="1808798"/>
                  </a:moveTo>
                  <a:lnTo>
                    <a:pt x="0" y="1796415"/>
                  </a:lnTo>
                  <a:moveTo>
                    <a:pt x="144780" y="1611630"/>
                  </a:moveTo>
                  <a:lnTo>
                    <a:pt x="32385" y="1587818"/>
                  </a:lnTo>
                  <a:moveTo>
                    <a:pt x="196215" y="1419225"/>
                  </a:moveTo>
                  <a:lnTo>
                    <a:pt x="87630" y="1383982"/>
                  </a:lnTo>
                  <a:moveTo>
                    <a:pt x="267652" y="1233488"/>
                  </a:moveTo>
                  <a:lnTo>
                    <a:pt x="162877" y="1186815"/>
                  </a:lnTo>
                  <a:moveTo>
                    <a:pt x="466725" y="887730"/>
                  </a:moveTo>
                  <a:lnTo>
                    <a:pt x="374332" y="821055"/>
                  </a:lnTo>
                  <a:moveTo>
                    <a:pt x="592455" y="733425"/>
                  </a:moveTo>
                  <a:lnTo>
                    <a:pt x="507682" y="656272"/>
                  </a:lnTo>
                  <a:moveTo>
                    <a:pt x="733425" y="592455"/>
                  </a:moveTo>
                  <a:lnTo>
                    <a:pt x="656272" y="507683"/>
                  </a:lnTo>
                  <a:moveTo>
                    <a:pt x="887730" y="466725"/>
                  </a:moveTo>
                  <a:lnTo>
                    <a:pt x="821055" y="374333"/>
                  </a:lnTo>
                  <a:moveTo>
                    <a:pt x="1233488" y="267653"/>
                  </a:moveTo>
                  <a:lnTo>
                    <a:pt x="1186815" y="162878"/>
                  </a:lnTo>
                  <a:moveTo>
                    <a:pt x="1419225" y="196215"/>
                  </a:moveTo>
                  <a:lnTo>
                    <a:pt x="1383982" y="87630"/>
                  </a:lnTo>
                  <a:moveTo>
                    <a:pt x="1611630" y="144780"/>
                  </a:moveTo>
                  <a:lnTo>
                    <a:pt x="1587817" y="32385"/>
                  </a:lnTo>
                  <a:moveTo>
                    <a:pt x="1808797" y="113348"/>
                  </a:moveTo>
                  <a:lnTo>
                    <a:pt x="1796415" y="0"/>
                  </a:lnTo>
                </a:path>
              </a:pathLst>
            </a:custGeom>
            <a:noFill/>
            <a:ln w="14288">
              <a:solidFill>
                <a:schemeClr val="accent1">
                  <a:alpha val="80000"/>
                </a:schemeClr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6457950" y="1123950"/>
              <a:ext cx="4229100" cy="4229100"/>
            </a:xfrm>
            <a:custGeom>
              <a:avLst/>
              <a:gdLst/>
              <a:ahLst/>
              <a:cxnLst/>
              <a:rect l="l" t="t" r="r" b="b"/>
              <a:pathLst>
                <a:path w="4229100" h="4229100">
                  <a:moveTo>
                    <a:pt x="2114550" y="285750"/>
                  </a:moveTo>
                  <a:lnTo>
                    <a:pt x="2114550" y="0"/>
                  </a:lnTo>
                  <a:moveTo>
                    <a:pt x="3028950" y="530542"/>
                  </a:moveTo>
                  <a:lnTo>
                    <a:pt x="3171825" y="282892"/>
                  </a:lnTo>
                  <a:moveTo>
                    <a:pt x="3698557" y="1200150"/>
                  </a:moveTo>
                  <a:lnTo>
                    <a:pt x="3946207" y="1057275"/>
                  </a:lnTo>
                  <a:moveTo>
                    <a:pt x="3943350" y="2114550"/>
                  </a:moveTo>
                  <a:lnTo>
                    <a:pt x="4229100" y="2114550"/>
                  </a:lnTo>
                  <a:moveTo>
                    <a:pt x="3698557" y="3028950"/>
                  </a:moveTo>
                  <a:lnTo>
                    <a:pt x="3946207" y="3171825"/>
                  </a:lnTo>
                  <a:moveTo>
                    <a:pt x="3028950" y="3698558"/>
                  </a:moveTo>
                  <a:lnTo>
                    <a:pt x="3171825" y="3946207"/>
                  </a:lnTo>
                  <a:moveTo>
                    <a:pt x="2114550" y="3943350"/>
                  </a:moveTo>
                  <a:lnTo>
                    <a:pt x="2114550" y="4229100"/>
                  </a:lnTo>
                  <a:moveTo>
                    <a:pt x="1200150" y="3698558"/>
                  </a:moveTo>
                  <a:lnTo>
                    <a:pt x="1057275" y="3946207"/>
                  </a:lnTo>
                  <a:moveTo>
                    <a:pt x="530543" y="3028950"/>
                  </a:moveTo>
                  <a:lnTo>
                    <a:pt x="282893" y="3171825"/>
                  </a:lnTo>
                  <a:moveTo>
                    <a:pt x="285750" y="2114550"/>
                  </a:moveTo>
                  <a:lnTo>
                    <a:pt x="0" y="2114550"/>
                  </a:lnTo>
                  <a:moveTo>
                    <a:pt x="530543" y="1200150"/>
                  </a:moveTo>
                  <a:lnTo>
                    <a:pt x="282893" y="1057275"/>
                  </a:lnTo>
                  <a:moveTo>
                    <a:pt x="1200150" y="530542"/>
                  </a:moveTo>
                  <a:lnTo>
                    <a:pt x="1057275" y="282892"/>
                  </a:lnTo>
                </a:path>
              </a:pathLst>
            </a:custGeom>
            <a:noFill/>
            <a:ln w="28575" cap="sq">
              <a:solidFill>
                <a:schemeClr val="accent2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8294370" y="1663065"/>
              <a:ext cx="334328" cy="1894522"/>
            </a:xfrm>
            <a:custGeom>
              <a:avLst/>
              <a:gdLst/>
              <a:ahLst/>
              <a:cxnLst/>
              <a:rect l="l" t="t" r="r" b="b"/>
              <a:pathLst>
                <a:path w="334328" h="1894522">
                  <a:moveTo>
                    <a:pt x="334328" y="1894522"/>
                  </a:moveTo>
                  <a:lnTo>
                    <a:pt x="0" y="0"/>
                  </a:lnTo>
                </a:path>
              </a:pathLst>
            </a:custGeom>
            <a:noFill/>
            <a:ln w="38100" cap="rnd">
              <a:solidFill>
                <a:schemeClr val="accent2"/>
              </a:solidFill>
            </a:ln>
          </p:spPr>
        </p:sp>
        <p:sp>
          <p:nvSpPr>
            <p:cNvPr id="23" name="Ellipse 23"/>
            <p:cNvSpPr/>
            <p:nvPr/>
          </p:nvSpPr>
          <p:spPr>
            <a:xfrm>
              <a:off x="8467725" y="3133725"/>
              <a:ext cx="209550" cy="2095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8534400" y="3200400"/>
              <a:ext cx="76200" cy="76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</p:sp>
      </p:grpSp>
      <p:grpSp>
        <p:nvGrpSpPr>
          <p:cNvPr id="54" name="star-platform"/>
          <p:cNvGrpSpPr/>
          <p:nvPr/>
        </p:nvGrpSpPr>
        <p:grpSpPr>
          <a:xfrm>
            <a:off x="0" y="4038600"/>
            <a:ext cx="12192000" cy="2819400"/>
            <a:chOff x="0" y="4038600"/>
            <a:chExt cx="12192000" cy="2819400"/>
          </a:xfrm>
        </p:grpSpPr>
        <p:sp>
          <p:nvSpPr>
            <p:cNvPr id="26" name="Rectangle 26"/>
            <p:cNvSpPr/>
            <p:nvPr/>
          </p:nvSpPr>
          <p:spPr>
            <a:xfrm>
              <a:off x="0" y="5943600"/>
              <a:ext cx="914400" cy="457200"/>
            </a:xfrm>
            <a:prstGeom prst="rect">
              <a:avLst/>
            </a:prstGeom>
            <a:solidFill>
              <a:srgbClr val="10162D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914400" y="6096000"/>
              <a:ext cx="762000" cy="304800"/>
            </a:xfrm>
            <a:prstGeom prst="rect">
              <a:avLst/>
            </a:prstGeom>
            <a:solidFill>
              <a:srgbClr val="10162D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1676400" y="5715000"/>
              <a:ext cx="457200" cy="685800"/>
            </a:xfrm>
            <a:prstGeom prst="rect">
              <a:avLst/>
            </a:prstGeom>
            <a:solidFill>
              <a:srgbClr val="10162D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2133600" y="6172200"/>
              <a:ext cx="1371600" cy="228600"/>
            </a:xfrm>
            <a:prstGeom prst="rect">
              <a:avLst/>
            </a:prstGeom>
            <a:solidFill>
              <a:srgbClr val="10162D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3505200" y="5867400"/>
              <a:ext cx="457200" cy="533400"/>
            </a:xfrm>
            <a:prstGeom prst="rect">
              <a:avLst/>
            </a:prstGeom>
            <a:solidFill>
              <a:srgbClr val="10162D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3962400" y="6096000"/>
              <a:ext cx="1524000" cy="304800"/>
            </a:xfrm>
            <a:prstGeom prst="rect">
              <a:avLst/>
            </a:prstGeom>
            <a:solidFill>
              <a:srgbClr val="10162D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5486400" y="6248400"/>
              <a:ext cx="1562100" cy="152400"/>
            </a:xfrm>
            <a:prstGeom prst="rect">
              <a:avLst/>
            </a:prstGeom>
            <a:solidFill>
              <a:srgbClr val="10162D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10096500" y="6172200"/>
              <a:ext cx="571500" cy="228600"/>
            </a:xfrm>
            <a:prstGeom prst="rect">
              <a:avLst/>
            </a:prstGeom>
            <a:solidFill>
              <a:srgbClr val="10162D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10668000" y="5791200"/>
              <a:ext cx="609600" cy="609600"/>
            </a:xfrm>
            <a:prstGeom prst="rect">
              <a:avLst/>
            </a:prstGeom>
            <a:solidFill>
              <a:srgbClr val="10162D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11277600" y="6019800"/>
              <a:ext cx="914400" cy="381000"/>
            </a:xfrm>
            <a:prstGeom prst="rect">
              <a:avLst/>
            </a:prstGeom>
            <a:solidFill>
              <a:srgbClr val="10162D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1828800" y="5867400"/>
              <a:ext cx="76200" cy="76200"/>
            </a:xfrm>
            <a:prstGeom prst="rect">
              <a:avLst/>
            </a:prstGeom>
            <a:solidFill>
              <a:schemeClr val="accent2">
                <a:alpha val="80000"/>
              </a:schemeClr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3657600" y="6019800"/>
              <a:ext cx="76200" cy="76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10820400" y="5943600"/>
              <a:ext cx="76200" cy="76200"/>
            </a:xfrm>
            <a:prstGeom prst="rect">
              <a:avLst/>
            </a:prstGeom>
            <a:solidFill>
              <a:schemeClr val="accent2">
                <a:alpha val="80000"/>
              </a:schemeClr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10972800" y="6172200"/>
              <a:ext cx="76200" cy="76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7048500" y="6096000"/>
              <a:ext cx="3048000" cy="304800"/>
            </a:xfrm>
            <a:prstGeom prst="rect">
              <a:avLst/>
            </a:prstGeom>
            <a:solidFill>
              <a:srgbClr val="0D1226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7353300" y="5791200"/>
              <a:ext cx="2438400" cy="304800"/>
            </a:xfrm>
            <a:prstGeom prst="rect">
              <a:avLst/>
            </a:prstGeom>
            <a:solidFill>
              <a:srgbClr val="0D1226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7658100" y="5638800"/>
              <a:ext cx="1828800" cy="152400"/>
            </a:xfrm>
            <a:prstGeom prst="rect">
              <a:avLst/>
            </a:prstGeom>
            <a:solidFill>
              <a:srgbClr val="0D1226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7048500" y="6096000"/>
              <a:ext cx="3048000" cy="38100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7353300" y="5791200"/>
              <a:ext cx="2438400" cy="38100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8305800" y="4572000"/>
              <a:ext cx="533400" cy="1066800"/>
            </a:xfrm>
            <a:prstGeom prst="rect">
              <a:avLst/>
            </a:prstGeom>
            <a:solidFill>
              <a:srgbClr val="0D1226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8382000" y="4419600"/>
              <a:ext cx="381000" cy="152400"/>
            </a:xfrm>
            <a:prstGeom prst="rect">
              <a:avLst/>
            </a:prstGeom>
            <a:solidFill>
              <a:srgbClr val="0D1226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8458200" y="4267200"/>
              <a:ext cx="228600" cy="152400"/>
            </a:xfrm>
            <a:prstGeom prst="rect">
              <a:avLst/>
            </a:prstGeom>
            <a:solidFill>
              <a:srgbClr val="0D1226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8534400" y="4038600"/>
              <a:ext cx="76200" cy="228600"/>
            </a:xfrm>
            <a:prstGeom prst="rect">
              <a:avLst/>
            </a:prstGeom>
            <a:solidFill>
              <a:srgbClr val="0D1226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8458200" y="4724400"/>
              <a:ext cx="228600" cy="2286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8534400" y="4800600"/>
              <a:ext cx="76200" cy="76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8496300" y="5181600"/>
              <a:ext cx="152400" cy="228600"/>
            </a:xfrm>
            <a:prstGeom prst="rect">
              <a:avLst/>
            </a:prstGeom>
            <a:solidFill>
              <a:schemeClr val="accent3">
                <a:alpha val="85000"/>
              </a:schemeClr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0" y="6400800"/>
              <a:ext cx="12192000" cy="457200"/>
            </a:xfrm>
            <a:prstGeom prst="rect">
              <a:avLst/>
            </a:prstGeom>
            <a:solidFill>
              <a:srgbClr val="0B1022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0" y="6400800"/>
              <a:ext cx="12192000" cy="38100"/>
            </a:xfrm>
            <a:prstGeom prst="rect">
              <a:avLst/>
            </a:prstGeom>
            <a:solidFill>
              <a:schemeClr val="accent3">
                <a:alpha val="45000"/>
              </a:schemeClr>
            </a:solidFill>
            <a:ln>
              <a:noFill/>
            </a:ln>
          </p:spPr>
        </p:sp>
      </p:grpSp>
      <p:grpSp>
        <p:nvGrpSpPr>
          <p:cNvPr id="62" name="cover-title"/>
          <p:cNvGrpSpPr/>
          <p:nvPr/>
        </p:nvGrpSpPr>
        <p:grpSpPr>
          <a:xfrm>
            <a:off x="552450" y="1873568"/>
            <a:ext cx="4507230" cy="3083433"/>
            <a:chOff x="552450" y="1873568"/>
            <a:chExt cx="4507230" cy="3083433"/>
          </a:xfrm>
        </p:grpSpPr>
        <p:sp>
          <p:nvSpPr>
            <p:cNvPr id="55" name="TextBox 55"/>
            <p:cNvSpPr txBox="1"/>
            <p:nvPr/>
          </p:nvSpPr>
          <p:spPr>
            <a:xfrm>
              <a:off x="602742" y="1873568"/>
              <a:ext cx="301432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spc="3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ENDLESS POEM · 项目简介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552450" y="2251710"/>
              <a:ext cx="4262628" cy="13906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0" spc="300" dirty="0">
                  <a:solidFill>
                    <a:schemeClr val="dk1"/>
                  </a:solidFill>
                  <a:effectLst>
                    <a:glow rad="47625">
                      <a:srgbClr val="E8C35A">
                        <a:alpha val="35000"/>
                      </a:srgbClr>
                    </a:glow>
                  </a:effectLst>
                  <a:latin typeface="+mj-lt"/>
                  <a:ea typeface="+mj-ea"/>
                  <a:cs typeface="+mj-cs"/>
                </a:rPr>
                <a:t>未尽之诗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00456" y="3425190"/>
              <a:ext cx="3931717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基于 Godot 开发的 Roguelite 卡牌游戏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597408" y="3931920"/>
              <a:ext cx="44622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终焉未曾结束，世界仍在萌芽</a:t>
              </a:r>
            </a:p>
          </p:txBody>
        </p:sp>
        <p:sp>
          <p:nvSpPr>
            <p:cNvPr id="59" name="Line 59"/>
            <p:cNvSpPr/>
            <p:nvPr/>
          </p:nvSpPr>
          <p:spPr>
            <a:xfrm>
              <a:off x="609600" y="4533900"/>
              <a:ext cx="1143000" cy="9525"/>
            </a:xfrm>
            <a:custGeom>
              <a:avLst/>
              <a:gdLst/>
              <a:ahLst/>
              <a:cxnLst/>
              <a:rect l="l" t="t" r="r" b="b"/>
              <a:pathLst>
                <a:path w="1143000" h="9525">
                  <a:moveTo>
                    <a:pt x="0" y="0"/>
                  </a:moveTo>
                  <a:lnTo>
                    <a:pt x="114300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60" name="Rectangle 60"/>
            <p:cNvSpPr/>
            <p:nvPr/>
          </p:nvSpPr>
          <p:spPr>
            <a:xfrm>
              <a:off x="609600" y="4724400"/>
              <a:ext cx="76200" cy="7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793242" y="4692968"/>
              <a:ext cx="56990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G08 组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lt1"/>
            </a:gs>
            <a:gs pos="78000">
              <a:srgbClr val="1A2242"/>
            </a:gs>
            <a:gs pos="100000">
              <a:srgbClr val="4A3246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usk-edge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</p:sp>
      <p:grpSp>
        <p:nvGrpSpPr>
          <p:cNvPr id="7" name="page-title"/>
          <p:cNvGrpSpPr/>
          <p:nvPr/>
        </p:nvGrpSpPr>
        <p:grpSpPr>
          <a:xfrm>
            <a:off x="593598" y="454342"/>
            <a:ext cx="5148072" cy="1285875"/>
            <a:chOff x="593598" y="454342"/>
            <a:chExt cx="5148072" cy="1285875"/>
          </a:xfrm>
        </p:grpSpPr>
        <p:sp>
          <p:nvSpPr>
            <p:cNvPr id="3" name="Rectangle 3"/>
            <p:cNvSpPr/>
            <p:nvPr/>
          </p:nvSpPr>
          <p:spPr>
            <a:xfrm>
              <a:off x="609600" y="514350"/>
              <a:ext cx="76200" cy="7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74192" y="454342"/>
              <a:ext cx="10463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spc="1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CONTENTS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93598" y="783908"/>
              <a:ext cx="92811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目录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98170" y="1300162"/>
              <a:ext cx="514350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从定位到原型，一次远征的五个段落</a:t>
              </a:r>
            </a:p>
          </p:txBody>
        </p:sp>
      </p:grpSp>
      <p:grpSp>
        <p:nvGrpSpPr>
          <p:cNvPr id="51" name="toc-map"/>
          <p:cNvGrpSpPr/>
          <p:nvPr/>
        </p:nvGrpSpPr>
        <p:grpSpPr>
          <a:xfrm>
            <a:off x="95250" y="1714500"/>
            <a:ext cx="10144357" cy="4572000"/>
            <a:chOff x="95250" y="1714500"/>
            <a:chExt cx="10144357" cy="4572000"/>
          </a:xfrm>
        </p:grpSpPr>
        <p:grpSp>
          <p:nvGrpSpPr>
            <p:cNvPr id="18" name="toc-ring"/>
            <p:cNvGrpSpPr/>
            <p:nvPr/>
          </p:nvGrpSpPr>
          <p:grpSpPr>
            <a:xfrm>
              <a:off x="95250" y="1714500"/>
              <a:ext cx="4572000" cy="4572000"/>
              <a:chOff x="95250" y="1714500"/>
              <a:chExt cx="4572000" cy="4572000"/>
            </a:xfrm>
          </p:grpSpPr>
          <p:sp>
            <p:nvSpPr>
              <p:cNvPr id="8" name="Ellipse 8"/>
              <p:cNvSpPr/>
              <p:nvPr/>
            </p:nvSpPr>
            <p:spPr>
              <a:xfrm>
                <a:off x="476250" y="2095500"/>
                <a:ext cx="3810000" cy="3810000"/>
              </a:xfrm>
              <a:prstGeom prst="ellipse">
                <a:avLst/>
              </a:prstGeom>
              <a:gradFill>
                <a:gsLst>
                  <a:gs pos="0">
                    <a:schemeClr val="accent1">
                      <a:alpha val="16000"/>
                    </a:schemeClr>
                  </a:gs>
                  <a:gs pos="100000">
                    <a:schemeClr val="lt1">
                      <a:alpha val="0"/>
                    </a:schemeClr>
                  </a:gs>
                </a:gsLst>
                <a:path path="circle">
                  <a:fillToRect l="50000" t="50000" r="50000" b="50000"/>
                </a:path>
              </a:gradFill>
              <a:ln>
                <a:noFill/>
              </a:ln>
            </p:spPr>
          </p:sp>
          <p:sp>
            <p:nvSpPr>
              <p:cNvPr id="9" name="Ellipse 9"/>
              <p:cNvSpPr/>
              <p:nvPr/>
            </p:nvSpPr>
            <p:spPr>
              <a:xfrm>
                <a:off x="95250" y="1714500"/>
                <a:ext cx="4572000" cy="4572000"/>
              </a:xfrm>
              <a:prstGeom prst="ellipse">
                <a:avLst/>
              </a:prstGeom>
              <a:noFill/>
              <a:ln w="28575">
                <a:solidFill>
                  <a:schemeClr val="accent1"/>
                </a:solidFill>
              </a:ln>
              <a:effectLst>
                <a:glow rad="47625">
                  <a:srgbClr val="C08A4A">
                    <a:alpha val="45000"/>
                  </a:srgbClr>
                </a:glow>
              </a:effectLst>
            </p:spPr>
          </p:sp>
          <p:sp>
            <p:nvSpPr>
              <p:cNvPr id="10" name="Ellipse 10"/>
              <p:cNvSpPr/>
              <p:nvPr/>
            </p:nvSpPr>
            <p:spPr>
              <a:xfrm>
                <a:off x="476250" y="2095500"/>
                <a:ext cx="3810000" cy="3810000"/>
              </a:xfrm>
              <a:prstGeom prst="ellipse">
                <a:avLst/>
              </a:prstGeom>
              <a:noFill/>
              <a:ln w="9525">
                <a:solidFill>
                  <a:schemeClr val="accent1">
                    <a:alpha val="60000"/>
                  </a:schemeClr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171450" y="1790700"/>
                <a:ext cx="4419600" cy="4419600"/>
              </a:xfrm>
              <a:custGeom>
                <a:avLst/>
                <a:gdLst/>
                <a:ahLst/>
                <a:cxnLst/>
                <a:rect l="l" t="t" r="r" b="b"/>
                <a:pathLst>
                  <a:path w="4419600" h="4419600">
                    <a:moveTo>
                      <a:pt x="2209800" y="76200"/>
                    </a:moveTo>
                    <a:lnTo>
                      <a:pt x="2209800" y="0"/>
                    </a:lnTo>
                    <a:moveTo>
                      <a:pt x="2432685" y="87630"/>
                    </a:moveTo>
                    <a:lnTo>
                      <a:pt x="2441258" y="12383"/>
                    </a:lnTo>
                    <a:moveTo>
                      <a:pt x="2653665" y="122873"/>
                    </a:moveTo>
                    <a:lnTo>
                      <a:pt x="2668905" y="48577"/>
                    </a:lnTo>
                    <a:moveTo>
                      <a:pt x="2868930" y="180975"/>
                    </a:moveTo>
                    <a:lnTo>
                      <a:pt x="2892742" y="108585"/>
                    </a:lnTo>
                    <a:moveTo>
                      <a:pt x="3077528" y="260985"/>
                    </a:moveTo>
                    <a:lnTo>
                      <a:pt x="3108960" y="191452"/>
                    </a:lnTo>
                    <a:moveTo>
                      <a:pt x="3276600" y="361950"/>
                    </a:moveTo>
                    <a:lnTo>
                      <a:pt x="3314700" y="296227"/>
                    </a:lnTo>
                    <a:moveTo>
                      <a:pt x="3464242" y="483870"/>
                    </a:moveTo>
                    <a:lnTo>
                      <a:pt x="3509010" y="421958"/>
                    </a:lnTo>
                    <a:moveTo>
                      <a:pt x="3637598" y="623888"/>
                    </a:moveTo>
                    <a:lnTo>
                      <a:pt x="3688080" y="567690"/>
                    </a:lnTo>
                    <a:moveTo>
                      <a:pt x="3795712" y="782003"/>
                    </a:moveTo>
                    <a:lnTo>
                      <a:pt x="3851910" y="731520"/>
                    </a:lnTo>
                    <a:moveTo>
                      <a:pt x="3935730" y="955358"/>
                    </a:moveTo>
                    <a:lnTo>
                      <a:pt x="3997642" y="910590"/>
                    </a:lnTo>
                    <a:moveTo>
                      <a:pt x="4057650" y="1143000"/>
                    </a:moveTo>
                    <a:lnTo>
                      <a:pt x="4123372" y="1104900"/>
                    </a:lnTo>
                    <a:moveTo>
                      <a:pt x="4158615" y="1342072"/>
                    </a:moveTo>
                    <a:lnTo>
                      <a:pt x="4228148" y="1310640"/>
                    </a:lnTo>
                    <a:moveTo>
                      <a:pt x="4238625" y="1550670"/>
                    </a:moveTo>
                    <a:lnTo>
                      <a:pt x="4311015" y="1526858"/>
                    </a:lnTo>
                    <a:moveTo>
                      <a:pt x="4296728" y="1765935"/>
                    </a:moveTo>
                    <a:lnTo>
                      <a:pt x="4371022" y="1750695"/>
                    </a:lnTo>
                    <a:moveTo>
                      <a:pt x="4331970" y="1986915"/>
                    </a:moveTo>
                    <a:lnTo>
                      <a:pt x="4407218" y="1978342"/>
                    </a:lnTo>
                    <a:moveTo>
                      <a:pt x="4343400" y="2209800"/>
                    </a:moveTo>
                    <a:lnTo>
                      <a:pt x="4419600" y="2209800"/>
                    </a:lnTo>
                    <a:moveTo>
                      <a:pt x="4331970" y="2432685"/>
                    </a:moveTo>
                    <a:lnTo>
                      <a:pt x="4407218" y="2441258"/>
                    </a:lnTo>
                    <a:moveTo>
                      <a:pt x="4296728" y="2653665"/>
                    </a:moveTo>
                    <a:lnTo>
                      <a:pt x="4371022" y="2668905"/>
                    </a:lnTo>
                    <a:moveTo>
                      <a:pt x="4238625" y="2868930"/>
                    </a:moveTo>
                    <a:lnTo>
                      <a:pt x="4311015" y="2892742"/>
                    </a:lnTo>
                    <a:moveTo>
                      <a:pt x="4158615" y="3077528"/>
                    </a:moveTo>
                    <a:lnTo>
                      <a:pt x="4228148" y="3108960"/>
                    </a:lnTo>
                    <a:moveTo>
                      <a:pt x="4057650" y="3276600"/>
                    </a:moveTo>
                    <a:lnTo>
                      <a:pt x="4123372" y="3314700"/>
                    </a:lnTo>
                    <a:moveTo>
                      <a:pt x="3935730" y="3464243"/>
                    </a:moveTo>
                    <a:lnTo>
                      <a:pt x="3997642" y="3509010"/>
                    </a:lnTo>
                    <a:moveTo>
                      <a:pt x="3795712" y="3637598"/>
                    </a:moveTo>
                    <a:lnTo>
                      <a:pt x="3851910" y="3688080"/>
                    </a:lnTo>
                    <a:moveTo>
                      <a:pt x="3637598" y="3795712"/>
                    </a:moveTo>
                    <a:lnTo>
                      <a:pt x="3688080" y="3851910"/>
                    </a:lnTo>
                    <a:moveTo>
                      <a:pt x="3464242" y="3935730"/>
                    </a:moveTo>
                    <a:lnTo>
                      <a:pt x="3509010" y="3997643"/>
                    </a:lnTo>
                    <a:moveTo>
                      <a:pt x="3276600" y="4057650"/>
                    </a:moveTo>
                    <a:lnTo>
                      <a:pt x="3314700" y="4123372"/>
                    </a:lnTo>
                    <a:moveTo>
                      <a:pt x="3077528" y="4158615"/>
                    </a:moveTo>
                    <a:lnTo>
                      <a:pt x="3108960" y="4228148"/>
                    </a:lnTo>
                    <a:moveTo>
                      <a:pt x="2868930" y="4238625"/>
                    </a:moveTo>
                    <a:lnTo>
                      <a:pt x="2892742" y="4311015"/>
                    </a:lnTo>
                    <a:moveTo>
                      <a:pt x="2653665" y="4296728"/>
                    </a:moveTo>
                    <a:lnTo>
                      <a:pt x="2668905" y="4371022"/>
                    </a:lnTo>
                    <a:moveTo>
                      <a:pt x="2432685" y="4331970"/>
                    </a:moveTo>
                    <a:lnTo>
                      <a:pt x="2441258" y="4407218"/>
                    </a:lnTo>
                    <a:moveTo>
                      <a:pt x="2209800" y="4343400"/>
                    </a:moveTo>
                    <a:lnTo>
                      <a:pt x="2209800" y="4419600"/>
                    </a:lnTo>
                    <a:moveTo>
                      <a:pt x="1986915" y="4331970"/>
                    </a:moveTo>
                    <a:lnTo>
                      <a:pt x="1978342" y="4407218"/>
                    </a:lnTo>
                    <a:moveTo>
                      <a:pt x="1765935" y="4296728"/>
                    </a:moveTo>
                    <a:lnTo>
                      <a:pt x="1750695" y="4371022"/>
                    </a:lnTo>
                    <a:moveTo>
                      <a:pt x="1550670" y="4238625"/>
                    </a:moveTo>
                    <a:lnTo>
                      <a:pt x="1526858" y="4311015"/>
                    </a:lnTo>
                    <a:moveTo>
                      <a:pt x="1342072" y="4158615"/>
                    </a:moveTo>
                    <a:lnTo>
                      <a:pt x="1310640" y="4228148"/>
                    </a:lnTo>
                    <a:moveTo>
                      <a:pt x="1143000" y="4057650"/>
                    </a:moveTo>
                    <a:lnTo>
                      <a:pt x="1104900" y="4123372"/>
                    </a:lnTo>
                    <a:moveTo>
                      <a:pt x="955358" y="3935730"/>
                    </a:moveTo>
                    <a:lnTo>
                      <a:pt x="910590" y="3997643"/>
                    </a:lnTo>
                    <a:moveTo>
                      <a:pt x="782002" y="3795712"/>
                    </a:moveTo>
                    <a:lnTo>
                      <a:pt x="731520" y="3851910"/>
                    </a:lnTo>
                    <a:moveTo>
                      <a:pt x="623888" y="3637598"/>
                    </a:moveTo>
                    <a:lnTo>
                      <a:pt x="567690" y="3688080"/>
                    </a:lnTo>
                    <a:moveTo>
                      <a:pt x="483870" y="3464243"/>
                    </a:moveTo>
                    <a:lnTo>
                      <a:pt x="421958" y="3509010"/>
                    </a:lnTo>
                    <a:moveTo>
                      <a:pt x="361950" y="3276600"/>
                    </a:moveTo>
                    <a:lnTo>
                      <a:pt x="296228" y="3314700"/>
                    </a:lnTo>
                    <a:moveTo>
                      <a:pt x="260985" y="3077528"/>
                    </a:moveTo>
                    <a:lnTo>
                      <a:pt x="191452" y="3108960"/>
                    </a:lnTo>
                    <a:moveTo>
                      <a:pt x="180975" y="2868930"/>
                    </a:moveTo>
                    <a:lnTo>
                      <a:pt x="108585" y="2892742"/>
                    </a:lnTo>
                    <a:moveTo>
                      <a:pt x="122872" y="2653665"/>
                    </a:moveTo>
                    <a:lnTo>
                      <a:pt x="48578" y="2668905"/>
                    </a:lnTo>
                    <a:moveTo>
                      <a:pt x="87630" y="2432685"/>
                    </a:moveTo>
                    <a:lnTo>
                      <a:pt x="12383" y="2441258"/>
                    </a:lnTo>
                    <a:moveTo>
                      <a:pt x="76200" y="2209800"/>
                    </a:moveTo>
                    <a:lnTo>
                      <a:pt x="0" y="2209800"/>
                    </a:lnTo>
                    <a:moveTo>
                      <a:pt x="87630" y="1986915"/>
                    </a:moveTo>
                    <a:lnTo>
                      <a:pt x="12383" y="1978342"/>
                    </a:lnTo>
                    <a:moveTo>
                      <a:pt x="122872" y="1765935"/>
                    </a:moveTo>
                    <a:lnTo>
                      <a:pt x="48578" y="1750695"/>
                    </a:lnTo>
                    <a:moveTo>
                      <a:pt x="180975" y="1550670"/>
                    </a:moveTo>
                    <a:lnTo>
                      <a:pt x="108585" y="1526858"/>
                    </a:lnTo>
                    <a:moveTo>
                      <a:pt x="260985" y="1342072"/>
                    </a:moveTo>
                    <a:lnTo>
                      <a:pt x="191452" y="1310640"/>
                    </a:lnTo>
                    <a:moveTo>
                      <a:pt x="361950" y="1143000"/>
                    </a:moveTo>
                    <a:lnTo>
                      <a:pt x="296228" y="1104900"/>
                    </a:lnTo>
                    <a:moveTo>
                      <a:pt x="483870" y="955358"/>
                    </a:moveTo>
                    <a:lnTo>
                      <a:pt x="421958" y="910590"/>
                    </a:lnTo>
                    <a:moveTo>
                      <a:pt x="623888" y="782003"/>
                    </a:moveTo>
                    <a:lnTo>
                      <a:pt x="567690" y="731520"/>
                    </a:lnTo>
                    <a:moveTo>
                      <a:pt x="782002" y="623888"/>
                    </a:moveTo>
                    <a:lnTo>
                      <a:pt x="731520" y="567690"/>
                    </a:lnTo>
                    <a:moveTo>
                      <a:pt x="955358" y="483870"/>
                    </a:moveTo>
                    <a:lnTo>
                      <a:pt x="910590" y="421958"/>
                    </a:lnTo>
                    <a:moveTo>
                      <a:pt x="1143000" y="361950"/>
                    </a:moveTo>
                    <a:lnTo>
                      <a:pt x="1104900" y="296227"/>
                    </a:lnTo>
                    <a:moveTo>
                      <a:pt x="1342072" y="260985"/>
                    </a:moveTo>
                    <a:lnTo>
                      <a:pt x="1310640" y="191452"/>
                    </a:lnTo>
                    <a:moveTo>
                      <a:pt x="1550670" y="180975"/>
                    </a:moveTo>
                    <a:lnTo>
                      <a:pt x="1526858" y="108585"/>
                    </a:lnTo>
                    <a:moveTo>
                      <a:pt x="1765935" y="122873"/>
                    </a:moveTo>
                    <a:lnTo>
                      <a:pt x="1750695" y="48577"/>
                    </a:lnTo>
                    <a:moveTo>
                      <a:pt x="1986915" y="87630"/>
                    </a:moveTo>
                    <a:lnTo>
                      <a:pt x="1978342" y="12383"/>
                    </a:lnTo>
                  </a:path>
                </a:pathLst>
              </a:custGeom>
              <a:noFill/>
              <a:ln w="14288">
                <a:solidFill>
                  <a:schemeClr val="accent1">
                    <a:alpha val="75000"/>
                  </a:schemeClr>
                </a:solidFill>
              </a:ln>
            </p:spPr>
          </p:sp>
          <p:grpSp>
            <p:nvGrpSpPr>
              <p:cNvPr id="14" name="Group 14"/>
              <p:cNvGrpSpPr/>
              <p:nvPr/>
            </p:nvGrpSpPr>
            <p:grpSpPr>
              <a:xfrm>
                <a:off x="1981200" y="3714750"/>
                <a:ext cx="800100" cy="685800"/>
                <a:chOff x="1981200" y="3714750"/>
                <a:chExt cx="800100" cy="685800"/>
              </a:xfrm>
            </p:grpSpPr>
            <p:sp>
              <p:nvSpPr>
                <p:cNvPr id="12" name="Freeform 12"/>
                <p:cNvSpPr/>
                <p:nvPr/>
              </p:nvSpPr>
              <p:spPr>
                <a:xfrm>
                  <a:off x="2009775" y="3743325"/>
                  <a:ext cx="742950" cy="628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2950" h="628650">
                      <a:moveTo>
                        <a:pt x="742950" y="0"/>
                      </a:moveTo>
                      <a:lnTo>
                        <a:pt x="742950" y="514350"/>
                      </a:lnTo>
                      <a:lnTo>
                        <a:pt x="485775" y="514350"/>
                      </a:lnTo>
                      <a:cubicBezTo>
                        <a:pt x="422649" y="514350"/>
                        <a:pt x="371475" y="565524"/>
                        <a:pt x="371475" y="628650"/>
                      </a:cubicBezTo>
                      <a:cubicBezTo>
                        <a:pt x="371475" y="565524"/>
                        <a:pt x="320301" y="514350"/>
                        <a:pt x="257175" y="514350"/>
                      </a:cubicBezTo>
                      <a:lnTo>
                        <a:pt x="0" y="514350"/>
                      </a:lnTo>
                      <a:lnTo>
                        <a:pt x="0" y="0"/>
                      </a:lnTo>
                      <a:lnTo>
                        <a:pt x="257175" y="0"/>
                      </a:lnTo>
                      <a:cubicBezTo>
                        <a:pt x="320301" y="0"/>
                        <a:pt x="371475" y="51174"/>
                        <a:pt x="371475" y="114300"/>
                      </a:cubicBezTo>
                      <a:cubicBezTo>
                        <a:pt x="371475" y="51174"/>
                        <a:pt x="422649" y="0"/>
                        <a:pt x="485775" y="0"/>
                      </a:cubicBezTo>
                      <a:close/>
                    </a:path>
                  </a:pathLst>
                </a:custGeom>
                <a:solidFill>
                  <a:schemeClr val="accent1">
                    <a:alpha val="20000"/>
                  </a:schemeClr>
                </a:solidFill>
                <a:ln>
                  <a:noFill/>
                </a:ln>
              </p:spPr>
            </p:sp>
            <p:sp>
              <p:nvSpPr>
                <p:cNvPr id="13" name="Freeform 13"/>
                <p:cNvSpPr/>
                <p:nvPr/>
              </p:nvSpPr>
              <p:spPr>
                <a:xfrm>
                  <a:off x="1981200" y="3714750"/>
                  <a:ext cx="800100" cy="685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00100" h="685800">
                      <a:moveTo>
                        <a:pt x="771525" y="0"/>
                      </a:moveTo>
                      <a:lnTo>
                        <a:pt x="514350" y="0"/>
                      </a:lnTo>
                      <a:cubicBezTo>
                        <a:pt x="469379" y="0"/>
                        <a:pt x="427033" y="21173"/>
                        <a:pt x="400050" y="57150"/>
                      </a:cubicBezTo>
                      <a:cubicBezTo>
                        <a:pt x="373067" y="21173"/>
                        <a:pt x="330721" y="0"/>
                        <a:pt x="285750" y="0"/>
                      </a:cubicBezTo>
                      <a:lnTo>
                        <a:pt x="28575" y="0"/>
                      </a:lnTo>
                      <a:cubicBezTo>
                        <a:pt x="12793" y="0"/>
                        <a:pt x="0" y="12793"/>
                        <a:pt x="0" y="28575"/>
                      </a:cubicBezTo>
                      <a:lnTo>
                        <a:pt x="0" y="542925"/>
                      </a:lnTo>
                      <a:cubicBezTo>
                        <a:pt x="0" y="558707"/>
                        <a:pt x="12793" y="571500"/>
                        <a:pt x="28575" y="571500"/>
                      </a:cubicBezTo>
                      <a:lnTo>
                        <a:pt x="285750" y="571500"/>
                      </a:lnTo>
                      <a:cubicBezTo>
                        <a:pt x="333095" y="571500"/>
                        <a:pt x="371475" y="609880"/>
                        <a:pt x="371475" y="657225"/>
                      </a:cubicBezTo>
                      <a:cubicBezTo>
                        <a:pt x="371475" y="673007"/>
                        <a:pt x="384268" y="685800"/>
                        <a:pt x="400050" y="685800"/>
                      </a:cubicBezTo>
                      <a:cubicBezTo>
                        <a:pt x="415832" y="685800"/>
                        <a:pt x="428625" y="673007"/>
                        <a:pt x="428625" y="657225"/>
                      </a:cubicBezTo>
                      <a:cubicBezTo>
                        <a:pt x="428625" y="609880"/>
                        <a:pt x="467005" y="571500"/>
                        <a:pt x="514350" y="571500"/>
                      </a:cubicBezTo>
                      <a:lnTo>
                        <a:pt x="771525" y="571500"/>
                      </a:lnTo>
                      <a:cubicBezTo>
                        <a:pt x="787307" y="571500"/>
                        <a:pt x="800100" y="558707"/>
                        <a:pt x="800100" y="542925"/>
                      </a:cubicBezTo>
                      <a:lnTo>
                        <a:pt x="800100" y="28575"/>
                      </a:lnTo>
                      <a:cubicBezTo>
                        <a:pt x="800100" y="12793"/>
                        <a:pt x="787307" y="0"/>
                        <a:pt x="771525" y="0"/>
                      </a:cubicBezTo>
                      <a:close/>
                      <a:moveTo>
                        <a:pt x="285750" y="514350"/>
                      </a:moveTo>
                      <a:lnTo>
                        <a:pt x="57150" y="514350"/>
                      </a:lnTo>
                      <a:lnTo>
                        <a:pt x="57150" y="57150"/>
                      </a:lnTo>
                      <a:lnTo>
                        <a:pt x="285750" y="57150"/>
                      </a:lnTo>
                      <a:cubicBezTo>
                        <a:pt x="333095" y="57150"/>
                        <a:pt x="371475" y="95530"/>
                        <a:pt x="371475" y="142875"/>
                      </a:cubicBezTo>
                      <a:lnTo>
                        <a:pt x="371475" y="542925"/>
                      </a:lnTo>
                      <a:cubicBezTo>
                        <a:pt x="346767" y="524333"/>
                        <a:pt x="316672" y="514301"/>
                        <a:pt x="285750" y="514350"/>
                      </a:cubicBezTo>
                      <a:close/>
                      <a:moveTo>
                        <a:pt x="742950" y="514350"/>
                      </a:moveTo>
                      <a:lnTo>
                        <a:pt x="514350" y="514350"/>
                      </a:lnTo>
                      <a:cubicBezTo>
                        <a:pt x="483428" y="514301"/>
                        <a:pt x="453333" y="524333"/>
                        <a:pt x="428625" y="542925"/>
                      </a:cubicBezTo>
                      <a:lnTo>
                        <a:pt x="428625" y="142875"/>
                      </a:lnTo>
                      <a:cubicBezTo>
                        <a:pt x="428625" y="95530"/>
                        <a:pt x="467005" y="57150"/>
                        <a:pt x="514350" y="57150"/>
                      </a:cubicBezTo>
                      <a:lnTo>
                        <a:pt x="742950" y="5715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</p:sp>
          </p:grpSp>
          <p:sp>
            <p:nvSpPr>
              <p:cNvPr id="15" name="Line 15"/>
              <p:cNvSpPr/>
              <p:nvPr/>
            </p:nvSpPr>
            <p:spPr>
              <a:xfrm>
                <a:off x="2175510" y="2809875"/>
                <a:ext cx="1439228" cy="1388745"/>
              </a:xfrm>
              <a:custGeom>
                <a:avLst/>
                <a:gdLst/>
                <a:ahLst/>
                <a:cxnLst/>
                <a:rect l="l" t="t" r="r" b="b"/>
                <a:pathLst>
                  <a:path w="1439228" h="1388745">
                    <a:moveTo>
                      <a:pt x="0" y="1388745"/>
                    </a:moveTo>
                    <a:lnTo>
                      <a:pt x="1439228" y="0"/>
                    </a:lnTo>
                  </a:path>
                </a:pathLst>
              </a:custGeom>
              <a:noFill/>
              <a:ln w="28575" cap="rnd">
                <a:solidFill>
                  <a:schemeClr val="accent2"/>
                </a:solidFill>
              </a:ln>
            </p:spPr>
          </p:sp>
          <p:sp>
            <p:nvSpPr>
              <p:cNvPr id="16" name="Ellipse 16"/>
              <p:cNvSpPr/>
              <p:nvPr/>
            </p:nvSpPr>
            <p:spPr>
              <a:xfrm>
                <a:off x="2305050" y="3924300"/>
                <a:ext cx="152400" cy="152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17" name="Ellipse 17"/>
              <p:cNvSpPr/>
              <p:nvPr/>
            </p:nvSpPr>
            <p:spPr>
              <a:xfrm>
                <a:off x="2352675" y="3971925"/>
                <a:ext cx="57150" cy="5715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</p:sp>
        </p:grpSp>
        <p:grpSp>
          <p:nvGrpSpPr>
            <p:cNvPr id="24" name="toc-leaders"/>
            <p:cNvGrpSpPr/>
            <p:nvPr/>
          </p:nvGrpSpPr>
          <p:grpSpPr>
            <a:xfrm>
              <a:off x="4152900" y="2412682"/>
              <a:ext cx="1409700" cy="3185161"/>
              <a:chOff x="4152900" y="2412682"/>
              <a:chExt cx="1409700" cy="3185161"/>
            </a:xfrm>
          </p:grpSpPr>
          <p:sp>
            <p:nvSpPr>
              <p:cNvPr id="19" name="Line 19"/>
              <p:cNvSpPr/>
              <p:nvPr/>
            </p:nvSpPr>
            <p:spPr>
              <a:xfrm>
                <a:off x="4152900" y="2412682"/>
                <a:ext cx="14097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409700" h="9525">
                    <a:moveTo>
                      <a:pt x="0" y="0"/>
                    </a:moveTo>
                    <a:lnTo>
                      <a:pt x="1409700" y="0"/>
                    </a:lnTo>
                  </a:path>
                </a:pathLst>
              </a:custGeom>
              <a:noFill/>
              <a:ln w="14288">
                <a:solidFill>
                  <a:srgbClr val="3B4670"/>
                </a:solidFill>
              </a:ln>
            </p:spPr>
          </p:sp>
          <p:sp>
            <p:nvSpPr>
              <p:cNvPr id="20" name="Line 20"/>
              <p:cNvSpPr/>
              <p:nvPr/>
            </p:nvSpPr>
            <p:spPr>
              <a:xfrm>
                <a:off x="4629150" y="3144202"/>
                <a:ext cx="9334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33450" h="9525">
                    <a:moveTo>
                      <a:pt x="0" y="0"/>
                    </a:moveTo>
                    <a:lnTo>
                      <a:pt x="933450" y="0"/>
                    </a:lnTo>
                  </a:path>
                </a:pathLst>
              </a:custGeom>
              <a:noFill/>
              <a:ln w="14288">
                <a:solidFill>
                  <a:srgbClr val="3B4670"/>
                </a:solidFill>
              </a:ln>
            </p:spPr>
          </p:sp>
          <p:sp>
            <p:nvSpPr>
              <p:cNvPr id="21" name="Line 21"/>
              <p:cNvSpPr/>
              <p:nvPr/>
            </p:nvSpPr>
            <p:spPr>
              <a:xfrm>
                <a:off x="4800600" y="4000500"/>
                <a:ext cx="762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62000" h="9525">
                    <a:moveTo>
                      <a:pt x="0" y="0"/>
                    </a:moveTo>
                    <a:lnTo>
                      <a:pt x="762000" y="0"/>
                    </a:lnTo>
                  </a:path>
                </a:pathLst>
              </a:custGeom>
              <a:noFill/>
              <a:ln w="14288">
                <a:solidFill>
                  <a:srgbClr val="3B4670"/>
                </a:solidFill>
              </a:ln>
            </p:spPr>
          </p:sp>
          <p:sp>
            <p:nvSpPr>
              <p:cNvPr id="22" name="Line 22"/>
              <p:cNvSpPr/>
              <p:nvPr/>
            </p:nvSpPr>
            <p:spPr>
              <a:xfrm>
                <a:off x="4629150" y="4856798"/>
                <a:ext cx="9334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33450" h="9525">
                    <a:moveTo>
                      <a:pt x="0" y="0"/>
                    </a:moveTo>
                    <a:lnTo>
                      <a:pt x="933450" y="0"/>
                    </a:lnTo>
                  </a:path>
                </a:pathLst>
              </a:custGeom>
              <a:noFill/>
              <a:ln w="14288">
                <a:solidFill>
                  <a:srgbClr val="3B4670"/>
                </a:solidFill>
              </a:ln>
            </p:spPr>
          </p:sp>
          <p:sp>
            <p:nvSpPr>
              <p:cNvPr id="23" name="Line 23"/>
              <p:cNvSpPr/>
              <p:nvPr/>
            </p:nvSpPr>
            <p:spPr>
              <a:xfrm>
                <a:off x="4152900" y="5588318"/>
                <a:ext cx="14097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409700" h="9525">
                    <a:moveTo>
                      <a:pt x="0" y="0"/>
                    </a:moveTo>
                    <a:lnTo>
                      <a:pt x="1409700" y="0"/>
                    </a:lnTo>
                  </a:path>
                </a:pathLst>
              </a:custGeom>
              <a:noFill/>
              <a:ln w="14288">
                <a:solidFill>
                  <a:srgbClr val="3B4670"/>
                </a:solidFill>
              </a:ln>
            </p:spPr>
          </p:sp>
        </p:grpSp>
        <p:grpSp>
          <p:nvGrpSpPr>
            <p:cNvPr id="30" name="toc-markers"/>
            <p:cNvGrpSpPr/>
            <p:nvPr/>
          </p:nvGrpSpPr>
          <p:grpSpPr>
            <a:xfrm>
              <a:off x="3930015" y="2317432"/>
              <a:ext cx="822960" cy="3356610"/>
              <a:chOff x="3930015" y="2317432"/>
              <a:chExt cx="822960" cy="3356610"/>
            </a:xfrm>
          </p:grpSpPr>
          <p:sp>
            <p:nvSpPr>
              <p:cNvPr id="25" name="Ellipse 25"/>
              <p:cNvSpPr/>
              <p:nvPr/>
            </p:nvSpPr>
            <p:spPr>
              <a:xfrm>
                <a:off x="3930015" y="2317432"/>
                <a:ext cx="190500" cy="190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26" name="Ellipse 26"/>
              <p:cNvSpPr/>
              <p:nvPr/>
            </p:nvSpPr>
            <p:spPr>
              <a:xfrm>
                <a:off x="4414838" y="3058478"/>
                <a:ext cx="171450" cy="171450"/>
              </a:xfrm>
              <a:prstGeom prst="ellipse">
                <a:avLst/>
              </a:prstGeom>
              <a:solidFill>
                <a:schemeClr val="lt1"/>
              </a:solidFill>
              <a:ln w="28575">
                <a:solidFill>
                  <a:schemeClr val="accent2"/>
                </a:solidFill>
              </a:ln>
            </p:spPr>
          </p:sp>
          <p:sp>
            <p:nvSpPr>
              <p:cNvPr id="27" name="Ellipse 27"/>
              <p:cNvSpPr/>
              <p:nvPr/>
            </p:nvSpPr>
            <p:spPr>
              <a:xfrm>
                <a:off x="4581525" y="3914775"/>
                <a:ext cx="171450" cy="171450"/>
              </a:xfrm>
              <a:prstGeom prst="ellipse">
                <a:avLst/>
              </a:prstGeom>
              <a:solidFill>
                <a:schemeClr val="lt1"/>
              </a:solidFill>
              <a:ln w="28575">
                <a:solidFill>
                  <a:schemeClr val="accent2"/>
                </a:solidFill>
              </a:ln>
            </p:spPr>
          </p:sp>
          <p:sp>
            <p:nvSpPr>
              <p:cNvPr id="28" name="Ellipse 28"/>
              <p:cNvSpPr/>
              <p:nvPr/>
            </p:nvSpPr>
            <p:spPr>
              <a:xfrm>
                <a:off x="4414838" y="4771072"/>
                <a:ext cx="171450" cy="171450"/>
              </a:xfrm>
              <a:prstGeom prst="ellipse">
                <a:avLst/>
              </a:prstGeom>
              <a:solidFill>
                <a:schemeClr val="lt1"/>
              </a:solidFill>
              <a:ln w="28575">
                <a:solidFill>
                  <a:schemeClr val="accent2"/>
                </a:solidFill>
              </a:ln>
            </p:spPr>
          </p:sp>
          <p:sp>
            <p:nvSpPr>
              <p:cNvPr id="29" name="Ellipse 29"/>
              <p:cNvSpPr/>
              <p:nvPr/>
            </p:nvSpPr>
            <p:spPr>
              <a:xfrm>
                <a:off x="3939540" y="5502592"/>
                <a:ext cx="171450" cy="171450"/>
              </a:xfrm>
              <a:prstGeom prst="ellipse">
                <a:avLst/>
              </a:prstGeom>
              <a:solidFill>
                <a:schemeClr val="lt1"/>
              </a:solidFill>
              <a:ln w="28575">
                <a:solidFill>
                  <a:schemeClr val="accent2"/>
                </a:solidFill>
              </a:ln>
            </p:spPr>
          </p:sp>
        </p:grpSp>
        <p:grpSp>
          <p:nvGrpSpPr>
            <p:cNvPr id="34" name="toc-item-1"/>
            <p:cNvGrpSpPr/>
            <p:nvPr/>
          </p:nvGrpSpPr>
          <p:grpSpPr>
            <a:xfrm>
              <a:off x="5702808" y="2255520"/>
              <a:ext cx="2811780" cy="568747"/>
              <a:chOff x="5702808" y="2255520"/>
              <a:chExt cx="2811780" cy="568747"/>
            </a:xfrm>
          </p:grpSpPr>
          <p:sp>
            <p:nvSpPr>
              <p:cNvPr id="31" name="TextBox 31"/>
              <p:cNvSpPr txBox="1"/>
              <p:nvPr/>
            </p:nvSpPr>
            <p:spPr>
              <a:xfrm>
                <a:off x="5702808" y="2255520"/>
                <a:ext cx="379781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dirty="0">
                    <a:solidFill>
                      <a:schemeClr val="accent2"/>
                    </a:solidFill>
                    <a:latin typeface="+mj-lt"/>
                    <a:ea typeface="+mj-ea"/>
                    <a:cs typeface="+mj-cs"/>
                  </a:rPr>
                  <a:t>01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6315456" y="2301240"/>
                <a:ext cx="219913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项目定位与体验目标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6317742" y="2616518"/>
                <a:ext cx="65" cy="20774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endPara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38" name="toc-item-2"/>
            <p:cNvGrpSpPr/>
            <p:nvPr/>
          </p:nvGrpSpPr>
          <p:grpSpPr>
            <a:xfrm>
              <a:off x="5702808" y="2988945"/>
              <a:ext cx="4536799" cy="568746"/>
              <a:chOff x="5702808" y="2988945"/>
              <a:chExt cx="4536799" cy="568746"/>
            </a:xfrm>
          </p:grpSpPr>
          <p:sp>
            <p:nvSpPr>
              <p:cNvPr id="35" name="TextBox 35"/>
              <p:cNvSpPr txBox="1"/>
              <p:nvPr/>
            </p:nvSpPr>
            <p:spPr>
              <a:xfrm>
                <a:off x="5702808" y="2988945"/>
                <a:ext cx="379781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dirty="0">
                    <a:solidFill>
                      <a:schemeClr val="accent2"/>
                    </a:solidFill>
                    <a:latin typeface="+mj-lt"/>
                    <a:ea typeface="+mj-ea"/>
                    <a:cs typeface="+mj-cs"/>
                  </a:rPr>
                  <a:t>02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6315456" y="3034665"/>
                <a:ext cx="3924151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核心玩法：卡牌战斗与非线性地图</a:t>
                </a:r>
                <a:r>
                  <a:rPr lang="zh-CN" altLang="en-US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探索</a:t>
                </a:r>
                <a:endPara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6317742" y="3349942"/>
                <a:ext cx="65" cy="20774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endPara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42" name="toc-item-3"/>
            <p:cNvGrpSpPr/>
            <p:nvPr/>
          </p:nvGrpSpPr>
          <p:grpSpPr>
            <a:xfrm>
              <a:off x="5702808" y="3846195"/>
              <a:ext cx="2327148" cy="568746"/>
              <a:chOff x="5702808" y="3846195"/>
              <a:chExt cx="2327148" cy="568746"/>
            </a:xfrm>
          </p:grpSpPr>
          <p:sp>
            <p:nvSpPr>
              <p:cNvPr id="39" name="TextBox 39"/>
              <p:cNvSpPr txBox="1"/>
              <p:nvPr/>
            </p:nvSpPr>
            <p:spPr>
              <a:xfrm>
                <a:off x="5702808" y="3846195"/>
                <a:ext cx="379781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dirty="0">
                    <a:solidFill>
                      <a:schemeClr val="accent2"/>
                    </a:solidFill>
                    <a:latin typeface="+mj-lt"/>
                    <a:ea typeface="+mj-ea"/>
                    <a:cs typeface="+mj-cs"/>
                  </a:rPr>
                  <a:t>03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6315456" y="3891915"/>
                <a:ext cx="171450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叙事节奏与伏笔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6317742" y="4207192"/>
                <a:ext cx="65" cy="20774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endPara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46" name="toc-item-4"/>
            <p:cNvGrpSpPr/>
            <p:nvPr/>
          </p:nvGrpSpPr>
          <p:grpSpPr>
            <a:xfrm>
              <a:off x="5702808" y="4703445"/>
              <a:ext cx="3709650" cy="568746"/>
              <a:chOff x="5702808" y="4703445"/>
              <a:chExt cx="3709650" cy="568746"/>
            </a:xfrm>
          </p:grpSpPr>
          <p:sp>
            <p:nvSpPr>
              <p:cNvPr id="43" name="TextBox 43"/>
              <p:cNvSpPr txBox="1"/>
              <p:nvPr/>
            </p:nvSpPr>
            <p:spPr>
              <a:xfrm>
                <a:off x="5702808" y="4703445"/>
                <a:ext cx="379781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dirty="0">
                    <a:solidFill>
                      <a:schemeClr val="accent2"/>
                    </a:solidFill>
                    <a:latin typeface="+mj-lt"/>
                    <a:ea typeface="+mj-ea"/>
                    <a:cs typeface="+mj-cs"/>
                  </a:rPr>
                  <a:t>04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6315456" y="4749165"/>
                <a:ext cx="3097002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美术风格：像素场景 × </a:t>
                </a:r>
                <a:r>
                  <a:rPr lang="en-US" altLang="zh-CN" dirty="0">
                    <a:solidFill>
                      <a:schemeClr val="dk1"/>
                    </a:solidFill>
                  </a:rPr>
                  <a:t>2d</a:t>
                </a:r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卡面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6317742" y="5064442"/>
                <a:ext cx="65" cy="20774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endPara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50" name="toc-item-5"/>
            <p:cNvGrpSpPr/>
            <p:nvPr/>
          </p:nvGrpSpPr>
          <p:grpSpPr>
            <a:xfrm>
              <a:off x="5702808" y="5436870"/>
              <a:ext cx="4096055" cy="568747"/>
              <a:chOff x="5702808" y="5436870"/>
              <a:chExt cx="4096055" cy="568747"/>
            </a:xfrm>
          </p:grpSpPr>
          <p:sp>
            <p:nvSpPr>
              <p:cNvPr id="47" name="TextBox 47"/>
              <p:cNvSpPr txBox="1"/>
              <p:nvPr/>
            </p:nvSpPr>
            <p:spPr>
              <a:xfrm>
                <a:off x="5702808" y="5436870"/>
                <a:ext cx="379781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dirty="0">
                    <a:solidFill>
                      <a:schemeClr val="accent2"/>
                    </a:solidFill>
                    <a:latin typeface="+mj-lt"/>
                    <a:ea typeface="+mj-ea"/>
                    <a:cs typeface="+mj-cs"/>
                  </a:rPr>
                  <a:t>05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6315456" y="5482590"/>
                <a:ext cx="3483407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原型计划 · 参考资料 · 小组分工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6317742" y="5797868"/>
                <a:ext cx="65" cy="20774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endPara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</p:grpSp>
      <p:sp>
        <p:nvSpPr>
          <p:cNvPr id="52" name="TextBox 52"/>
          <p:cNvSpPr txBox="1"/>
          <p:nvPr/>
        </p:nvSpPr>
        <p:spPr>
          <a:xfrm>
            <a:off x="11035132" y="6385560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02 / 14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lt1"/>
            </a:gs>
            <a:gs pos="78000">
              <a:srgbClr val="1A2242"/>
            </a:gs>
            <a:gs pos="100000">
              <a:srgbClr val="4A3246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usk-edge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</p:sp>
      <p:grpSp>
        <p:nvGrpSpPr>
          <p:cNvPr id="7" name="corner-ring"/>
          <p:cNvGrpSpPr/>
          <p:nvPr/>
        </p:nvGrpSpPr>
        <p:grpSpPr>
          <a:xfrm>
            <a:off x="10896600" y="495300"/>
            <a:ext cx="533400" cy="533400"/>
            <a:chOff x="10896600" y="495300"/>
            <a:chExt cx="533400" cy="533400"/>
          </a:xfrm>
        </p:grpSpPr>
        <p:sp>
          <p:nvSpPr>
            <p:cNvPr id="3" name="Ellipse 3"/>
            <p:cNvSpPr/>
            <p:nvPr/>
          </p:nvSpPr>
          <p:spPr>
            <a:xfrm>
              <a:off x="10896600" y="495300"/>
              <a:ext cx="533400" cy="5334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4" name="Freeform 4"/>
            <p:cNvSpPr/>
            <p:nvPr/>
          </p:nvSpPr>
          <p:spPr>
            <a:xfrm>
              <a:off x="10915650" y="514350"/>
              <a:ext cx="495300" cy="495300"/>
            </a:xfrm>
            <a:custGeom>
              <a:avLst/>
              <a:gdLst/>
              <a:ahLst/>
              <a:cxnLst/>
              <a:rect l="l" t="t" r="r" b="b"/>
              <a:pathLst>
                <a:path w="495300" h="495300">
                  <a:moveTo>
                    <a:pt x="247650" y="57150"/>
                  </a:moveTo>
                  <a:lnTo>
                    <a:pt x="247650" y="0"/>
                  </a:lnTo>
                  <a:moveTo>
                    <a:pt x="342900" y="82868"/>
                  </a:moveTo>
                  <a:lnTo>
                    <a:pt x="371475" y="33338"/>
                  </a:lnTo>
                  <a:moveTo>
                    <a:pt x="412432" y="152400"/>
                  </a:moveTo>
                  <a:lnTo>
                    <a:pt x="461962" y="123825"/>
                  </a:lnTo>
                  <a:moveTo>
                    <a:pt x="438150" y="247650"/>
                  </a:moveTo>
                  <a:lnTo>
                    <a:pt x="495300" y="247650"/>
                  </a:lnTo>
                  <a:moveTo>
                    <a:pt x="412432" y="342900"/>
                  </a:moveTo>
                  <a:lnTo>
                    <a:pt x="461962" y="371475"/>
                  </a:lnTo>
                  <a:moveTo>
                    <a:pt x="342900" y="412432"/>
                  </a:moveTo>
                  <a:lnTo>
                    <a:pt x="371475" y="461962"/>
                  </a:lnTo>
                  <a:moveTo>
                    <a:pt x="247650" y="438150"/>
                  </a:moveTo>
                  <a:lnTo>
                    <a:pt x="247650" y="495300"/>
                  </a:lnTo>
                  <a:moveTo>
                    <a:pt x="152400" y="412432"/>
                  </a:moveTo>
                  <a:lnTo>
                    <a:pt x="123825" y="461962"/>
                  </a:lnTo>
                  <a:moveTo>
                    <a:pt x="82868" y="342900"/>
                  </a:moveTo>
                  <a:lnTo>
                    <a:pt x="33338" y="371475"/>
                  </a:lnTo>
                  <a:moveTo>
                    <a:pt x="57150" y="247650"/>
                  </a:moveTo>
                  <a:lnTo>
                    <a:pt x="0" y="247650"/>
                  </a:lnTo>
                  <a:moveTo>
                    <a:pt x="82868" y="152400"/>
                  </a:moveTo>
                  <a:lnTo>
                    <a:pt x="33338" y="123825"/>
                  </a:lnTo>
                  <a:moveTo>
                    <a:pt x="152400" y="82868"/>
                  </a:moveTo>
                  <a:lnTo>
                    <a:pt x="123825" y="33338"/>
                  </a:lnTo>
                </a:path>
              </a:pathLst>
            </a:custGeom>
            <a:noFill/>
            <a:ln w="14288">
              <a:solidFill>
                <a:schemeClr val="accent1"/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11163300" y="655320"/>
              <a:ext cx="134302" cy="106680"/>
            </a:xfrm>
            <a:custGeom>
              <a:avLst/>
              <a:gdLst/>
              <a:ahLst/>
              <a:cxnLst/>
              <a:rect l="l" t="t" r="r" b="b"/>
              <a:pathLst>
                <a:path w="134302" h="106680">
                  <a:moveTo>
                    <a:pt x="0" y="106680"/>
                  </a:moveTo>
                  <a:lnTo>
                    <a:pt x="134302" y="0"/>
                  </a:lnTo>
                </a:path>
              </a:pathLst>
            </a:custGeom>
            <a:noFill/>
            <a:ln w="23812" cap="rnd">
              <a:solidFill>
                <a:schemeClr val="accent2"/>
              </a:solidFill>
            </a:ln>
          </p:spPr>
        </p:sp>
        <p:sp>
          <p:nvSpPr>
            <p:cNvPr id="6" name="Ellipse 6"/>
            <p:cNvSpPr/>
            <p:nvPr/>
          </p:nvSpPr>
          <p:spPr>
            <a:xfrm>
              <a:off x="11134725" y="733425"/>
              <a:ext cx="57150" cy="571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</p:grpSp>
      <p:grpSp>
        <p:nvGrpSpPr>
          <p:cNvPr id="12" name="page-title"/>
          <p:cNvGrpSpPr/>
          <p:nvPr/>
        </p:nvGrpSpPr>
        <p:grpSpPr>
          <a:xfrm>
            <a:off x="593598" y="454342"/>
            <a:ext cx="7500214" cy="1192069"/>
            <a:chOff x="593598" y="454342"/>
            <a:chExt cx="7500214" cy="1192069"/>
          </a:xfrm>
        </p:grpSpPr>
        <p:sp>
          <p:nvSpPr>
            <p:cNvPr id="8" name="Rectangle 8"/>
            <p:cNvSpPr/>
            <p:nvPr/>
          </p:nvSpPr>
          <p:spPr>
            <a:xfrm>
              <a:off x="609600" y="514350"/>
              <a:ext cx="76200" cy="7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74192" y="454342"/>
              <a:ext cx="11151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spc="1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01 项目定位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93598" y="783908"/>
              <a:ext cx="3635611" cy="4847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315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一首仍在继续的悼歌</a:t>
              </a:r>
              <a:endParaRPr lang="zh-CN" sz="3150" dirty="0">
                <a:solidFill>
                  <a:schemeClr val="dk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98170" y="1300162"/>
              <a:ext cx="7495642" cy="3462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2250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于幻想世界</a:t>
              </a:r>
              <a:r>
                <a:rPr lang="zh-CN" sz="2250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中接受试炼，由</a:t>
              </a:r>
              <a:r>
                <a:rPr lang="zh-CN" altLang="en-US" sz="2250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旁白</a:t>
              </a:r>
              <a:r>
                <a:rPr lang="zh-CN" sz="2250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引导，</a:t>
              </a:r>
              <a:r>
                <a:rPr lang="zh-CN" altLang="en-US" sz="2250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探索获得</a:t>
              </a:r>
              <a:r>
                <a:rPr lang="zh-CN" sz="2250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权柄</a:t>
              </a:r>
              <a:r>
                <a:rPr lang="zh-CN" altLang="en-US" sz="2250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的资格</a:t>
              </a:r>
              <a:endParaRPr lang="zh-CN" sz="2250" dirty="0">
                <a:solidFill>
                  <a:schemeClr val="accent2"/>
                </a:solidFill>
                <a:latin typeface="+mj-lt"/>
                <a:ea typeface="+mj-ea"/>
                <a:cs typeface="+mj-cs"/>
              </a:endParaRPr>
            </a:p>
          </p:txBody>
        </p:sp>
      </p:grpSp>
      <p:grpSp>
        <p:nvGrpSpPr>
          <p:cNvPr id="47" name="profile-list"/>
          <p:cNvGrpSpPr/>
          <p:nvPr/>
        </p:nvGrpSpPr>
        <p:grpSpPr>
          <a:xfrm>
            <a:off x="617593" y="2102168"/>
            <a:ext cx="5478407" cy="3961066"/>
            <a:chOff x="617593" y="2102168"/>
            <a:chExt cx="5478407" cy="3961066"/>
          </a:xfrm>
        </p:grpSpPr>
        <p:grpSp>
          <p:nvGrpSpPr>
            <p:cNvPr id="18" name="row-genre"/>
            <p:cNvGrpSpPr/>
            <p:nvPr/>
          </p:nvGrpSpPr>
          <p:grpSpPr>
            <a:xfrm>
              <a:off x="638175" y="2102168"/>
              <a:ext cx="2404781" cy="533221"/>
              <a:chOff x="638175" y="2102168"/>
              <a:chExt cx="2404781" cy="533221"/>
            </a:xfrm>
          </p:grpSpPr>
          <p:grpSp>
            <p:nvGrpSpPr>
              <p:cNvPr id="15" name="Group 15"/>
              <p:cNvGrpSpPr/>
              <p:nvPr/>
            </p:nvGrpSpPr>
            <p:grpSpPr>
              <a:xfrm>
                <a:off x="638175" y="2181225"/>
                <a:ext cx="247650" cy="209550"/>
                <a:chOff x="638175" y="2181225"/>
                <a:chExt cx="247650" cy="209550"/>
              </a:xfrm>
            </p:grpSpPr>
            <p:sp>
              <p:nvSpPr>
                <p:cNvPr id="13" name="Freeform 13"/>
                <p:cNvSpPr/>
                <p:nvPr/>
              </p:nvSpPr>
              <p:spPr>
                <a:xfrm>
                  <a:off x="647700" y="2228850"/>
                  <a:ext cx="190500" cy="152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0" h="152400">
                      <a:moveTo>
                        <a:pt x="190500" y="9525"/>
                      </a:moveTo>
                      <a:lnTo>
                        <a:pt x="190500" y="142875"/>
                      </a:lnTo>
                      <a:cubicBezTo>
                        <a:pt x="190500" y="148136"/>
                        <a:pt x="186236" y="152400"/>
                        <a:pt x="180975" y="152400"/>
                      </a:cubicBezTo>
                      <a:lnTo>
                        <a:pt x="9525" y="152400"/>
                      </a:lnTo>
                      <a:cubicBezTo>
                        <a:pt x="4264" y="152400"/>
                        <a:pt x="0" y="148136"/>
                        <a:pt x="0" y="142875"/>
                      </a:cubicBezTo>
                      <a:lnTo>
                        <a:pt x="0" y="9525"/>
                      </a:lnTo>
                      <a:cubicBezTo>
                        <a:pt x="0" y="4264"/>
                        <a:pt x="4264" y="0"/>
                        <a:pt x="9525" y="0"/>
                      </a:cubicBezTo>
                      <a:lnTo>
                        <a:pt x="180975" y="0"/>
                      </a:lnTo>
                      <a:cubicBezTo>
                        <a:pt x="186236" y="0"/>
                        <a:pt x="190500" y="4264"/>
                        <a:pt x="190500" y="9525"/>
                      </a:cubicBezTo>
                      <a:close/>
                    </a:path>
                  </a:pathLst>
                </a:custGeom>
                <a:solidFill>
                  <a:schemeClr val="accent1">
                    <a:alpha val="20000"/>
                  </a:schemeClr>
                </a:solidFill>
                <a:ln>
                  <a:noFill/>
                </a:ln>
              </p:spPr>
            </p:sp>
            <p:sp>
              <p:nvSpPr>
                <p:cNvPr id="14" name="Freeform 14"/>
                <p:cNvSpPr/>
                <p:nvPr/>
              </p:nvSpPr>
              <p:spPr>
                <a:xfrm>
                  <a:off x="638175" y="2181225"/>
                  <a:ext cx="247650" cy="209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7650" h="209550">
                      <a:moveTo>
                        <a:pt x="190500" y="38100"/>
                      </a:moveTo>
                      <a:lnTo>
                        <a:pt x="19050" y="38100"/>
                      </a:lnTo>
                      <a:cubicBezTo>
                        <a:pt x="8529" y="38100"/>
                        <a:pt x="0" y="46629"/>
                        <a:pt x="0" y="57150"/>
                      </a:cubicBezTo>
                      <a:lnTo>
                        <a:pt x="0" y="190500"/>
                      </a:lnTo>
                      <a:cubicBezTo>
                        <a:pt x="0" y="201021"/>
                        <a:pt x="8529" y="209550"/>
                        <a:pt x="19050" y="209550"/>
                      </a:cubicBezTo>
                      <a:lnTo>
                        <a:pt x="190500" y="209550"/>
                      </a:lnTo>
                      <a:cubicBezTo>
                        <a:pt x="201021" y="209550"/>
                        <a:pt x="209550" y="201021"/>
                        <a:pt x="209550" y="190500"/>
                      </a:cubicBezTo>
                      <a:lnTo>
                        <a:pt x="209550" y="57150"/>
                      </a:lnTo>
                      <a:cubicBezTo>
                        <a:pt x="209550" y="46629"/>
                        <a:pt x="201021" y="38100"/>
                        <a:pt x="190500" y="38100"/>
                      </a:cubicBezTo>
                      <a:close/>
                      <a:moveTo>
                        <a:pt x="190500" y="190500"/>
                      </a:moveTo>
                      <a:lnTo>
                        <a:pt x="19050" y="190500"/>
                      </a:lnTo>
                      <a:lnTo>
                        <a:pt x="19050" y="57150"/>
                      </a:lnTo>
                      <a:lnTo>
                        <a:pt x="190500" y="57150"/>
                      </a:lnTo>
                      <a:lnTo>
                        <a:pt x="190500" y="190500"/>
                      </a:lnTo>
                      <a:close/>
                      <a:moveTo>
                        <a:pt x="247650" y="19050"/>
                      </a:moveTo>
                      <a:lnTo>
                        <a:pt x="247650" y="161925"/>
                      </a:lnTo>
                      <a:cubicBezTo>
                        <a:pt x="247650" y="167186"/>
                        <a:pt x="243386" y="171450"/>
                        <a:pt x="238125" y="171450"/>
                      </a:cubicBezTo>
                      <a:cubicBezTo>
                        <a:pt x="232864" y="171450"/>
                        <a:pt x="228600" y="167186"/>
                        <a:pt x="228600" y="161925"/>
                      </a:cubicBezTo>
                      <a:lnTo>
                        <a:pt x="228600" y="19050"/>
                      </a:lnTo>
                      <a:lnTo>
                        <a:pt x="47625" y="19050"/>
                      </a:lnTo>
                      <a:cubicBezTo>
                        <a:pt x="42364" y="19050"/>
                        <a:pt x="38100" y="14786"/>
                        <a:pt x="38100" y="9525"/>
                      </a:cubicBezTo>
                      <a:cubicBezTo>
                        <a:pt x="38100" y="4264"/>
                        <a:pt x="42364" y="0"/>
                        <a:pt x="47625" y="0"/>
                      </a:cubicBezTo>
                      <a:lnTo>
                        <a:pt x="228600" y="0"/>
                      </a:lnTo>
                      <a:cubicBezTo>
                        <a:pt x="239121" y="0"/>
                        <a:pt x="247650" y="8529"/>
                        <a:pt x="247650" y="1905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</p:sp>
          </p:grpSp>
          <p:sp>
            <p:nvSpPr>
              <p:cNvPr id="16" name="TextBox 16"/>
              <p:cNvSpPr txBox="1"/>
              <p:nvPr/>
            </p:nvSpPr>
            <p:spPr>
              <a:xfrm>
                <a:off x="1098042" y="2102168"/>
                <a:ext cx="37719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类型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1095756" y="2358390"/>
                <a:ext cx="1947200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Roguelite 卡牌构筑</a:t>
                </a:r>
              </a:p>
            </p:txBody>
          </p:sp>
        </p:grpSp>
        <p:sp>
          <p:nvSpPr>
            <p:cNvPr id="19" name="Line 19"/>
            <p:cNvSpPr/>
            <p:nvPr/>
          </p:nvSpPr>
          <p:spPr>
            <a:xfrm>
              <a:off x="1104900" y="2762250"/>
              <a:ext cx="4991100" cy="9525"/>
            </a:xfrm>
            <a:custGeom>
              <a:avLst/>
              <a:gdLst/>
              <a:ahLst/>
              <a:cxnLst/>
              <a:rect l="l" t="t" r="r" b="b"/>
              <a:pathLst>
                <a:path w="4991100" h="9525">
                  <a:moveTo>
                    <a:pt x="0" y="0"/>
                  </a:moveTo>
                  <a:lnTo>
                    <a:pt x="4991100" y="0"/>
                  </a:lnTo>
                </a:path>
              </a:pathLst>
            </a:custGeom>
            <a:noFill/>
            <a:ln w="9525">
              <a:solidFill>
                <a:srgbClr val="3B4670"/>
              </a:solidFill>
            </a:ln>
          </p:spPr>
        </p:sp>
        <p:grpSp>
          <p:nvGrpSpPr>
            <p:cNvPr id="25" name="row-platform"/>
            <p:cNvGrpSpPr/>
            <p:nvPr/>
          </p:nvGrpSpPr>
          <p:grpSpPr>
            <a:xfrm>
              <a:off x="617593" y="2940368"/>
              <a:ext cx="1737422" cy="608266"/>
              <a:chOff x="617593" y="2940368"/>
              <a:chExt cx="1737422" cy="608266"/>
            </a:xfrm>
          </p:grpSpPr>
          <p:grpSp>
            <p:nvGrpSpPr>
              <p:cNvPr id="22" name="Group 22"/>
              <p:cNvGrpSpPr/>
              <p:nvPr/>
            </p:nvGrpSpPr>
            <p:grpSpPr>
              <a:xfrm>
                <a:off x="617593" y="3019425"/>
                <a:ext cx="288570" cy="210491"/>
                <a:chOff x="617593" y="3019425"/>
                <a:chExt cx="288570" cy="210491"/>
              </a:xfrm>
            </p:grpSpPr>
            <p:sp>
              <p:nvSpPr>
                <p:cNvPr id="20" name="Freeform 20"/>
                <p:cNvSpPr/>
                <p:nvPr/>
              </p:nvSpPr>
              <p:spPr>
                <a:xfrm>
                  <a:off x="788301" y="3080147"/>
                  <a:ext cx="109696" cy="1406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696" h="140681">
                      <a:moveTo>
                        <a:pt x="79498" y="138791"/>
                      </a:moveTo>
                      <a:cubicBezTo>
                        <a:pt x="68788" y="140681"/>
                        <a:pt x="57829" y="137228"/>
                        <a:pt x="50137" y="129540"/>
                      </a:cubicBezTo>
                      <a:lnTo>
                        <a:pt x="0" y="72628"/>
                      </a:lnTo>
                      <a:lnTo>
                        <a:pt x="26087" y="72628"/>
                      </a:lnTo>
                      <a:cubicBezTo>
                        <a:pt x="44387" y="72648"/>
                        <a:pt x="61756" y="64562"/>
                        <a:pt x="73521" y="50545"/>
                      </a:cubicBezTo>
                      <a:cubicBezTo>
                        <a:pt x="85286" y="36528"/>
                        <a:pt x="90239" y="18020"/>
                        <a:pt x="87047" y="0"/>
                      </a:cubicBezTo>
                      <a:lnTo>
                        <a:pt x="87047" y="0"/>
                      </a:lnTo>
                      <a:lnTo>
                        <a:pt x="106525" y="100215"/>
                      </a:lnTo>
                      <a:cubicBezTo>
                        <a:pt x="109696" y="118327"/>
                        <a:pt x="97604" y="135586"/>
                        <a:pt x="79498" y="138791"/>
                      </a:cubicBezTo>
                      <a:close/>
                    </a:path>
                  </a:pathLst>
                </a:custGeom>
                <a:solidFill>
                  <a:schemeClr val="accent1">
                    <a:alpha val="20000"/>
                  </a:schemeClr>
                </a:solidFill>
                <a:ln>
                  <a:noFill/>
                </a:ln>
              </p:spPr>
            </p:sp>
            <p:sp>
              <p:nvSpPr>
                <p:cNvPr id="21" name="Freeform 21"/>
                <p:cNvSpPr/>
                <p:nvPr/>
              </p:nvSpPr>
              <p:spPr>
                <a:xfrm>
                  <a:off x="617593" y="3019425"/>
                  <a:ext cx="288570" cy="2104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8570" h="210491">
                      <a:moveTo>
                        <a:pt x="201557" y="85725"/>
                      </a:moveTo>
                      <a:lnTo>
                        <a:pt x="172982" y="85725"/>
                      </a:lnTo>
                      <a:cubicBezTo>
                        <a:pt x="167722" y="85725"/>
                        <a:pt x="163457" y="81461"/>
                        <a:pt x="163457" y="76200"/>
                      </a:cubicBezTo>
                      <a:cubicBezTo>
                        <a:pt x="163457" y="70939"/>
                        <a:pt x="167722" y="66675"/>
                        <a:pt x="172982" y="66675"/>
                      </a:cubicBezTo>
                      <a:lnTo>
                        <a:pt x="201557" y="66675"/>
                      </a:lnTo>
                      <a:cubicBezTo>
                        <a:pt x="206818" y="66675"/>
                        <a:pt x="211082" y="70939"/>
                        <a:pt x="211082" y="76200"/>
                      </a:cubicBezTo>
                      <a:cubicBezTo>
                        <a:pt x="211082" y="81461"/>
                        <a:pt x="206818" y="85725"/>
                        <a:pt x="201557" y="85725"/>
                      </a:cubicBezTo>
                      <a:close/>
                      <a:moveTo>
                        <a:pt x="115832" y="66675"/>
                      </a:moveTo>
                      <a:lnTo>
                        <a:pt x="106307" y="66675"/>
                      </a:lnTo>
                      <a:lnTo>
                        <a:pt x="106307" y="57150"/>
                      </a:lnTo>
                      <a:cubicBezTo>
                        <a:pt x="106307" y="51889"/>
                        <a:pt x="102043" y="47625"/>
                        <a:pt x="96782" y="47625"/>
                      </a:cubicBezTo>
                      <a:cubicBezTo>
                        <a:pt x="91522" y="47625"/>
                        <a:pt x="87257" y="51889"/>
                        <a:pt x="87257" y="57150"/>
                      </a:cubicBezTo>
                      <a:lnTo>
                        <a:pt x="87257" y="66675"/>
                      </a:lnTo>
                      <a:lnTo>
                        <a:pt x="77732" y="66675"/>
                      </a:lnTo>
                      <a:cubicBezTo>
                        <a:pt x="72472" y="66675"/>
                        <a:pt x="68207" y="70939"/>
                        <a:pt x="68207" y="76200"/>
                      </a:cubicBezTo>
                      <a:cubicBezTo>
                        <a:pt x="68207" y="81461"/>
                        <a:pt x="72472" y="85725"/>
                        <a:pt x="77732" y="85725"/>
                      </a:cubicBezTo>
                      <a:lnTo>
                        <a:pt x="87257" y="85725"/>
                      </a:lnTo>
                      <a:lnTo>
                        <a:pt x="87257" y="95250"/>
                      </a:lnTo>
                      <a:cubicBezTo>
                        <a:pt x="87257" y="100511"/>
                        <a:pt x="91522" y="104775"/>
                        <a:pt x="96782" y="104775"/>
                      </a:cubicBezTo>
                      <a:cubicBezTo>
                        <a:pt x="102043" y="104775"/>
                        <a:pt x="106307" y="100511"/>
                        <a:pt x="106307" y="95250"/>
                      </a:cubicBezTo>
                      <a:lnTo>
                        <a:pt x="106307" y="85725"/>
                      </a:lnTo>
                      <a:lnTo>
                        <a:pt x="115832" y="85725"/>
                      </a:lnTo>
                      <a:cubicBezTo>
                        <a:pt x="121093" y="85725"/>
                        <a:pt x="125357" y="81461"/>
                        <a:pt x="125357" y="76200"/>
                      </a:cubicBezTo>
                      <a:cubicBezTo>
                        <a:pt x="125357" y="70939"/>
                        <a:pt x="121093" y="66675"/>
                        <a:pt x="115832" y="66675"/>
                      </a:cubicBezTo>
                      <a:close/>
                      <a:moveTo>
                        <a:pt x="279519" y="191274"/>
                      </a:moveTo>
                      <a:cubicBezTo>
                        <a:pt x="272253" y="201651"/>
                        <a:pt x="260768" y="208282"/>
                        <a:pt x="248148" y="209386"/>
                      </a:cubicBezTo>
                      <a:cubicBezTo>
                        <a:pt x="235528" y="210491"/>
                        <a:pt x="223066" y="205957"/>
                        <a:pt x="214107" y="197001"/>
                      </a:cubicBezTo>
                      <a:cubicBezTo>
                        <a:pt x="213964" y="196858"/>
                        <a:pt x="213821" y="196715"/>
                        <a:pt x="213690" y="196560"/>
                      </a:cubicBezTo>
                      <a:lnTo>
                        <a:pt x="166410" y="142875"/>
                      </a:lnTo>
                      <a:lnTo>
                        <a:pt x="122357" y="142875"/>
                      </a:lnTo>
                      <a:lnTo>
                        <a:pt x="75125" y="196560"/>
                      </a:lnTo>
                      <a:lnTo>
                        <a:pt x="74708" y="197001"/>
                      </a:lnTo>
                      <a:cubicBezTo>
                        <a:pt x="66662" y="205030"/>
                        <a:pt x="55762" y="209542"/>
                        <a:pt x="44395" y="209550"/>
                      </a:cubicBezTo>
                      <a:cubicBezTo>
                        <a:pt x="31728" y="209545"/>
                        <a:pt x="19712" y="203938"/>
                        <a:pt x="11572" y="194234"/>
                      </a:cubicBezTo>
                      <a:cubicBezTo>
                        <a:pt x="3431" y="184529"/>
                        <a:pt x="0" y="171721"/>
                        <a:pt x="2199" y="159246"/>
                      </a:cubicBezTo>
                      <a:cubicBezTo>
                        <a:pt x="2193" y="159191"/>
                        <a:pt x="2193" y="159135"/>
                        <a:pt x="2199" y="159079"/>
                      </a:cubicBezTo>
                      <a:lnTo>
                        <a:pt x="21690" y="58960"/>
                      </a:lnTo>
                      <a:cubicBezTo>
                        <a:pt x="27677" y="24873"/>
                        <a:pt x="57280" y="10"/>
                        <a:pt x="91889" y="0"/>
                      </a:cubicBezTo>
                      <a:lnTo>
                        <a:pt x="196795" y="0"/>
                      </a:lnTo>
                      <a:cubicBezTo>
                        <a:pt x="231285" y="55"/>
                        <a:pt x="260825" y="24713"/>
                        <a:pt x="267042" y="58638"/>
                      </a:cubicBezTo>
                      <a:cubicBezTo>
                        <a:pt x="267042" y="58710"/>
                        <a:pt x="267042" y="58781"/>
                        <a:pt x="267042" y="58853"/>
                      </a:cubicBezTo>
                      <a:lnTo>
                        <a:pt x="286532" y="159067"/>
                      </a:lnTo>
                      <a:cubicBezTo>
                        <a:pt x="286538" y="159123"/>
                        <a:pt x="286538" y="159179"/>
                        <a:pt x="286532" y="159234"/>
                      </a:cubicBezTo>
                      <a:cubicBezTo>
                        <a:pt x="288570" y="170422"/>
                        <a:pt x="286044" y="181960"/>
                        <a:pt x="279519" y="191274"/>
                      </a:cubicBezTo>
                      <a:close/>
                      <a:moveTo>
                        <a:pt x="196795" y="123825"/>
                      </a:moveTo>
                      <a:cubicBezTo>
                        <a:pt x="225728" y="123825"/>
                        <a:pt x="249182" y="100370"/>
                        <a:pt x="249182" y="71438"/>
                      </a:cubicBezTo>
                      <a:cubicBezTo>
                        <a:pt x="249182" y="42505"/>
                        <a:pt x="225728" y="19050"/>
                        <a:pt x="196795" y="19050"/>
                      </a:cubicBezTo>
                      <a:lnTo>
                        <a:pt x="91889" y="19050"/>
                      </a:lnTo>
                      <a:cubicBezTo>
                        <a:pt x="66499" y="19073"/>
                        <a:pt x="44797" y="37339"/>
                        <a:pt x="40442" y="62353"/>
                      </a:cubicBezTo>
                      <a:lnTo>
                        <a:pt x="40442" y="62508"/>
                      </a:lnTo>
                      <a:lnTo>
                        <a:pt x="20940" y="162627"/>
                      </a:lnTo>
                      <a:cubicBezTo>
                        <a:pt x="19171" y="172811"/>
                        <a:pt x="24174" y="182973"/>
                        <a:pt x="33323" y="187781"/>
                      </a:cubicBezTo>
                      <a:cubicBezTo>
                        <a:pt x="42473" y="192589"/>
                        <a:pt x="53680" y="190946"/>
                        <a:pt x="61064" y="183713"/>
                      </a:cubicBezTo>
                      <a:lnTo>
                        <a:pt x="110975" y="127052"/>
                      </a:lnTo>
                      <a:cubicBezTo>
                        <a:pt x="112782" y="125001"/>
                        <a:pt x="115384" y="123825"/>
                        <a:pt x="118118" y="123825"/>
                      </a:cubicBezTo>
                      <a:close/>
                      <a:moveTo>
                        <a:pt x="267875" y="162627"/>
                      </a:moveTo>
                      <a:lnTo>
                        <a:pt x="257469" y="109049"/>
                      </a:lnTo>
                      <a:cubicBezTo>
                        <a:pt x="244457" y="130061"/>
                        <a:pt x="221509" y="142854"/>
                        <a:pt x="196795" y="142875"/>
                      </a:cubicBezTo>
                      <a:lnTo>
                        <a:pt x="191794" y="142875"/>
                      </a:lnTo>
                      <a:lnTo>
                        <a:pt x="227751" y="183725"/>
                      </a:lnTo>
                      <a:cubicBezTo>
                        <a:pt x="233250" y="189074"/>
                        <a:pt x="240982" y="191461"/>
                        <a:pt x="248539" y="190143"/>
                      </a:cubicBezTo>
                      <a:cubicBezTo>
                        <a:pt x="261462" y="187862"/>
                        <a:pt x="270103" y="175557"/>
                        <a:pt x="267863" y="162627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</p:sp>
          </p:grpSp>
          <p:sp>
            <p:nvSpPr>
              <p:cNvPr id="23" name="TextBox 23"/>
              <p:cNvSpPr txBox="1"/>
              <p:nvPr/>
            </p:nvSpPr>
            <p:spPr>
              <a:xfrm>
                <a:off x="1098042" y="2940368"/>
                <a:ext cx="94966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平台 · 引擎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1095756" y="3196590"/>
                <a:ext cx="1259259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PC · Godot</a:t>
                </a:r>
              </a:p>
            </p:txBody>
          </p:sp>
        </p:grpSp>
        <p:sp>
          <p:nvSpPr>
            <p:cNvPr id="26" name="Line 26"/>
            <p:cNvSpPr/>
            <p:nvPr/>
          </p:nvSpPr>
          <p:spPr>
            <a:xfrm>
              <a:off x="1104900" y="3600450"/>
              <a:ext cx="4991100" cy="9525"/>
            </a:xfrm>
            <a:custGeom>
              <a:avLst/>
              <a:gdLst/>
              <a:ahLst/>
              <a:cxnLst/>
              <a:rect l="l" t="t" r="r" b="b"/>
              <a:pathLst>
                <a:path w="4991100" h="9525">
                  <a:moveTo>
                    <a:pt x="0" y="0"/>
                  </a:moveTo>
                  <a:lnTo>
                    <a:pt x="4991100" y="0"/>
                  </a:lnTo>
                </a:path>
              </a:pathLst>
            </a:custGeom>
            <a:noFill/>
            <a:ln w="9525">
              <a:solidFill>
                <a:srgbClr val="3B4670"/>
              </a:solidFill>
            </a:ln>
          </p:spPr>
        </p:sp>
        <p:grpSp>
          <p:nvGrpSpPr>
            <p:cNvPr id="32" name="row-characters"/>
            <p:cNvGrpSpPr/>
            <p:nvPr/>
          </p:nvGrpSpPr>
          <p:grpSpPr>
            <a:xfrm>
              <a:off x="637239" y="3778568"/>
              <a:ext cx="3521856" cy="533221"/>
              <a:chOff x="637239" y="3778568"/>
              <a:chExt cx="3521856" cy="533221"/>
            </a:xfrm>
          </p:grpSpPr>
          <p:grpSp>
            <p:nvGrpSpPr>
              <p:cNvPr id="29" name="Group 29"/>
              <p:cNvGrpSpPr/>
              <p:nvPr/>
            </p:nvGrpSpPr>
            <p:grpSpPr>
              <a:xfrm>
                <a:off x="637239" y="3821632"/>
                <a:ext cx="258158" cy="265529"/>
                <a:chOff x="637239" y="3821632"/>
                <a:chExt cx="258158" cy="265529"/>
              </a:xfrm>
            </p:grpSpPr>
            <p:sp>
              <p:nvSpPr>
                <p:cNvPr id="27" name="Freeform 27"/>
                <p:cNvSpPr/>
                <p:nvPr/>
              </p:nvSpPr>
              <p:spPr>
                <a:xfrm>
                  <a:off x="686038" y="3886819"/>
                  <a:ext cx="180499" cy="1517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0499" h="151781">
                      <a:moveTo>
                        <a:pt x="180499" y="65580"/>
                      </a:moveTo>
                      <a:lnTo>
                        <a:pt x="98036" y="148995"/>
                      </a:lnTo>
                      <a:cubicBezTo>
                        <a:pt x="96251" y="150778"/>
                        <a:pt x="93832" y="151780"/>
                        <a:pt x="91309" y="151781"/>
                      </a:cubicBezTo>
                      <a:lnTo>
                        <a:pt x="0" y="151781"/>
                      </a:lnTo>
                      <a:lnTo>
                        <a:pt x="0" y="60472"/>
                      </a:lnTo>
                      <a:cubicBezTo>
                        <a:pt x="1" y="57949"/>
                        <a:pt x="1003" y="55530"/>
                        <a:pt x="2786" y="53745"/>
                      </a:cubicBezTo>
                      <a:lnTo>
                        <a:pt x="57150" y="0"/>
                      </a:lnTo>
                      <a:lnTo>
                        <a:pt x="57150" y="94631"/>
                      </a:lnTo>
                      <a:lnTo>
                        <a:pt x="85725" y="66056"/>
                      </a:lnTo>
                      <a:close/>
                    </a:path>
                  </a:pathLst>
                </a:custGeom>
                <a:solidFill>
                  <a:schemeClr val="accent1">
                    <a:alpha val="20000"/>
                  </a:schemeClr>
                </a:solidFill>
                <a:ln>
                  <a:noFill/>
                </a:ln>
              </p:spPr>
            </p:sp>
            <p:sp>
              <p:nvSpPr>
                <p:cNvPr id="28" name="Freeform 28"/>
                <p:cNvSpPr/>
                <p:nvPr/>
              </p:nvSpPr>
              <p:spPr>
                <a:xfrm>
                  <a:off x="637239" y="3821632"/>
                  <a:ext cx="258158" cy="2655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8158" h="265529">
                      <a:moveTo>
                        <a:pt x="235822" y="29742"/>
                      </a:moveTo>
                      <a:cubicBezTo>
                        <a:pt x="206067" y="0"/>
                        <a:pt x="157838" y="0"/>
                        <a:pt x="128083" y="29742"/>
                      </a:cubicBezTo>
                      <a:lnTo>
                        <a:pt x="44620" y="112193"/>
                      </a:lnTo>
                      <a:cubicBezTo>
                        <a:pt x="41036" y="115756"/>
                        <a:pt x="39025" y="120605"/>
                        <a:pt x="39036" y="125659"/>
                      </a:cubicBezTo>
                      <a:lnTo>
                        <a:pt x="39036" y="213027"/>
                      </a:lnTo>
                      <a:lnTo>
                        <a:pt x="3722" y="248329"/>
                      </a:lnTo>
                      <a:cubicBezTo>
                        <a:pt x="0" y="252051"/>
                        <a:pt x="0" y="258085"/>
                        <a:pt x="3722" y="261807"/>
                      </a:cubicBezTo>
                      <a:cubicBezTo>
                        <a:pt x="7444" y="265529"/>
                        <a:pt x="13478" y="265529"/>
                        <a:pt x="17200" y="261807"/>
                      </a:cubicBezTo>
                      <a:lnTo>
                        <a:pt x="52514" y="226493"/>
                      </a:lnTo>
                      <a:lnTo>
                        <a:pt x="139882" y="226493"/>
                      </a:lnTo>
                      <a:cubicBezTo>
                        <a:pt x="144929" y="226501"/>
                        <a:pt x="149772" y="224496"/>
                        <a:pt x="153336" y="220921"/>
                      </a:cubicBezTo>
                      <a:lnTo>
                        <a:pt x="153336" y="220921"/>
                      </a:lnTo>
                      <a:lnTo>
                        <a:pt x="235763" y="137577"/>
                      </a:lnTo>
                      <a:cubicBezTo>
                        <a:pt x="250083" y="123292"/>
                        <a:pt x="258136" y="103899"/>
                        <a:pt x="258147" y="83672"/>
                      </a:cubicBezTo>
                      <a:cubicBezTo>
                        <a:pt x="258158" y="63445"/>
                        <a:pt x="250127" y="44043"/>
                        <a:pt x="235822" y="29742"/>
                      </a:cubicBezTo>
                      <a:close/>
                      <a:moveTo>
                        <a:pt x="141513" y="43208"/>
                      </a:moveTo>
                      <a:cubicBezTo>
                        <a:pt x="163392" y="21320"/>
                        <a:pt x="198718" y="20824"/>
                        <a:pt x="221203" y="42090"/>
                      </a:cubicBezTo>
                      <a:cubicBezTo>
                        <a:pt x="243687" y="63355"/>
                        <a:pt x="245159" y="98654"/>
                        <a:pt x="224523" y="121718"/>
                      </a:cubicBezTo>
                      <a:lnTo>
                        <a:pt x="157301" y="121718"/>
                      </a:lnTo>
                      <a:lnTo>
                        <a:pt x="198198" y="80832"/>
                      </a:lnTo>
                      <a:cubicBezTo>
                        <a:pt x="201920" y="77110"/>
                        <a:pt x="201920" y="71076"/>
                        <a:pt x="198198" y="67354"/>
                      </a:cubicBezTo>
                      <a:cubicBezTo>
                        <a:pt x="194477" y="63632"/>
                        <a:pt x="188442" y="63632"/>
                        <a:pt x="184721" y="67354"/>
                      </a:cubicBezTo>
                      <a:lnTo>
                        <a:pt x="115236" y="136827"/>
                      </a:lnTo>
                      <a:lnTo>
                        <a:pt x="115236" y="69176"/>
                      </a:lnTo>
                      <a:close/>
                      <a:moveTo>
                        <a:pt x="58086" y="125707"/>
                      </a:moveTo>
                      <a:lnTo>
                        <a:pt x="96186" y="88000"/>
                      </a:lnTo>
                      <a:lnTo>
                        <a:pt x="96186" y="155865"/>
                      </a:lnTo>
                      <a:lnTo>
                        <a:pt x="58086" y="193965"/>
                      </a:lnTo>
                      <a:close/>
                      <a:moveTo>
                        <a:pt x="139882" y="207443"/>
                      </a:moveTo>
                      <a:lnTo>
                        <a:pt x="71564" y="207443"/>
                      </a:lnTo>
                      <a:lnTo>
                        <a:pt x="138239" y="140768"/>
                      </a:lnTo>
                      <a:lnTo>
                        <a:pt x="205795" y="14076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</p:sp>
          </p:grpSp>
          <p:sp>
            <p:nvSpPr>
              <p:cNvPr id="30" name="TextBox 30"/>
              <p:cNvSpPr txBox="1"/>
              <p:nvPr/>
            </p:nvSpPr>
            <p:spPr>
              <a:xfrm>
                <a:off x="1098042" y="3778568"/>
                <a:ext cx="394339" cy="20774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主角 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1095756" y="4034790"/>
                <a:ext cx="3063339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altLang="en-US" dirty="0">
                    <a:solidFill>
                      <a:schemeClr val="dk1"/>
                    </a:solidFill>
                  </a:rPr>
                  <a:t>与疯神签下契约与赌注的少女</a:t>
                </a:r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 </a:t>
                </a:r>
                <a:endPara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sp>
          <p:nvSpPr>
            <p:cNvPr id="33" name="Line 33"/>
            <p:cNvSpPr/>
            <p:nvPr/>
          </p:nvSpPr>
          <p:spPr>
            <a:xfrm>
              <a:off x="1104900" y="4438650"/>
              <a:ext cx="4991100" cy="9525"/>
            </a:xfrm>
            <a:custGeom>
              <a:avLst/>
              <a:gdLst/>
              <a:ahLst/>
              <a:cxnLst/>
              <a:rect l="l" t="t" r="r" b="b"/>
              <a:pathLst>
                <a:path w="4991100" h="9525">
                  <a:moveTo>
                    <a:pt x="0" y="0"/>
                  </a:moveTo>
                  <a:lnTo>
                    <a:pt x="4991100" y="0"/>
                  </a:lnTo>
                </a:path>
              </a:pathLst>
            </a:custGeom>
            <a:noFill/>
            <a:ln w="9525">
              <a:solidFill>
                <a:srgbClr val="3B4670"/>
              </a:solidFill>
            </a:ln>
          </p:spPr>
        </p:sp>
        <p:grpSp>
          <p:nvGrpSpPr>
            <p:cNvPr id="39" name="row-stage"/>
            <p:cNvGrpSpPr/>
            <p:nvPr/>
          </p:nvGrpSpPr>
          <p:grpSpPr>
            <a:xfrm>
              <a:off x="628650" y="4616768"/>
              <a:ext cx="4957118" cy="533221"/>
              <a:chOff x="628650" y="4616768"/>
              <a:chExt cx="4957118" cy="533221"/>
            </a:xfrm>
          </p:grpSpPr>
          <p:grpSp>
            <p:nvGrpSpPr>
              <p:cNvPr id="36" name="Group 36"/>
              <p:cNvGrpSpPr/>
              <p:nvPr/>
            </p:nvGrpSpPr>
            <p:grpSpPr>
              <a:xfrm>
                <a:off x="628650" y="4705350"/>
                <a:ext cx="266700" cy="228600"/>
                <a:chOff x="628650" y="4705350"/>
                <a:chExt cx="266700" cy="228600"/>
              </a:xfrm>
            </p:grpSpPr>
            <p:sp>
              <p:nvSpPr>
                <p:cNvPr id="34" name="Freeform 34"/>
                <p:cNvSpPr/>
                <p:nvPr/>
              </p:nvSpPr>
              <p:spPr>
                <a:xfrm>
                  <a:off x="638175" y="4714875"/>
                  <a:ext cx="247650" cy="209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7650" h="209550">
                      <a:moveTo>
                        <a:pt x="247650" y="0"/>
                      </a:moveTo>
                      <a:lnTo>
                        <a:pt x="247650" y="171450"/>
                      </a:lnTo>
                      <a:lnTo>
                        <a:pt x="161925" y="171450"/>
                      </a:lnTo>
                      <a:cubicBezTo>
                        <a:pt x="140883" y="171450"/>
                        <a:pt x="123825" y="188508"/>
                        <a:pt x="123825" y="209550"/>
                      </a:cubicBezTo>
                      <a:cubicBezTo>
                        <a:pt x="123825" y="188508"/>
                        <a:pt x="106767" y="171450"/>
                        <a:pt x="85725" y="171450"/>
                      </a:cubicBezTo>
                      <a:lnTo>
                        <a:pt x="0" y="171450"/>
                      </a:lnTo>
                      <a:lnTo>
                        <a:pt x="0" y="0"/>
                      </a:lnTo>
                      <a:lnTo>
                        <a:pt x="85725" y="0"/>
                      </a:lnTo>
                      <a:cubicBezTo>
                        <a:pt x="106767" y="0"/>
                        <a:pt x="123825" y="17058"/>
                        <a:pt x="123825" y="38100"/>
                      </a:cubicBezTo>
                      <a:cubicBezTo>
                        <a:pt x="123825" y="17058"/>
                        <a:pt x="140883" y="0"/>
                        <a:pt x="161925" y="0"/>
                      </a:cubicBezTo>
                      <a:close/>
                    </a:path>
                  </a:pathLst>
                </a:custGeom>
                <a:solidFill>
                  <a:schemeClr val="accent1">
                    <a:alpha val="20000"/>
                  </a:schemeClr>
                </a:solidFill>
                <a:ln>
                  <a:noFill/>
                </a:ln>
              </p:spPr>
            </p:sp>
            <p:sp>
              <p:nvSpPr>
                <p:cNvPr id="35" name="Freeform 35"/>
                <p:cNvSpPr/>
                <p:nvPr/>
              </p:nvSpPr>
              <p:spPr>
                <a:xfrm>
                  <a:off x="628650" y="4705350"/>
                  <a:ext cx="266700" cy="228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6700" h="228600">
                      <a:moveTo>
                        <a:pt x="257175" y="0"/>
                      </a:moveTo>
                      <a:lnTo>
                        <a:pt x="171450" y="0"/>
                      </a:lnTo>
                      <a:cubicBezTo>
                        <a:pt x="156460" y="0"/>
                        <a:pt x="142344" y="7058"/>
                        <a:pt x="133350" y="19050"/>
                      </a:cubicBezTo>
                      <a:cubicBezTo>
                        <a:pt x="124356" y="7058"/>
                        <a:pt x="110240" y="0"/>
                        <a:pt x="95250" y="0"/>
                      </a:cubicBezTo>
                      <a:lnTo>
                        <a:pt x="9525" y="0"/>
                      </a:lnTo>
                      <a:cubicBezTo>
                        <a:pt x="4264" y="0"/>
                        <a:pt x="0" y="4264"/>
                        <a:pt x="0" y="9525"/>
                      </a:cubicBezTo>
                      <a:lnTo>
                        <a:pt x="0" y="180975"/>
                      </a:lnTo>
                      <a:cubicBezTo>
                        <a:pt x="0" y="186236"/>
                        <a:pt x="4264" y="190500"/>
                        <a:pt x="9525" y="190500"/>
                      </a:cubicBezTo>
                      <a:lnTo>
                        <a:pt x="95250" y="190500"/>
                      </a:lnTo>
                      <a:cubicBezTo>
                        <a:pt x="111032" y="190500"/>
                        <a:pt x="123825" y="203293"/>
                        <a:pt x="123825" y="219075"/>
                      </a:cubicBezTo>
                      <a:cubicBezTo>
                        <a:pt x="123825" y="224336"/>
                        <a:pt x="128089" y="228600"/>
                        <a:pt x="133350" y="228600"/>
                      </a:cubicBezTo>
                      <a:cubicBezTo>
                        <a:pt x="138611" y="228600"/>
                        <a:pt x="142875" y="224336"/>
                        <a:pt x="142875" y="219075"/>
                      </a:cubicBezTo>
                      <a:cubicBezTo>
                        <a:pt x="142875" y="203293"/>
                        <a:pt x="155668" y="190500"/>
                        <a:pt x="171450" y="190500"/>
                      </a:cubicBezTo>
                      <a:lnTo>
                        <a:pt x="257175" y="190500"/>
                      </a:lnTo>
                      <a:cubicBezTo>
                        <a:pt x="262436" y="190500"/>
                        <a:pt x="266700" y="186236"/>
                        <a:pt x="266700" y="180975"/>
                      </a:cubicBezTo>
                      <a:lnTo>
                        <a:pt x="266700" y="9525"/>
                      </a:lnTo>
                      <a:cubicBezTo>
                        <a:pt x="266700" y="4264"/>
                        <a:pt x="262436" y="0"/>
                        <a:pt x="257175" y="0"/>
                      </a:cubicBezTo>
                      <a:close/>
                      <a:moveTo>
                        <a:pt x="95250" y="171450"/>
                      </a:moveTo>
                      <a:lnTo>
                        <a:pt x="19050" y="171450"/>
                      </a:lnTo>
                      <a:lnTo>
                        <a:pt x="19050" y="19050"/>
                      </a:lnTo>
                      <a:lnTo>
                        <a:pt x="95250" y="19050"/>
                      </a:lnTo>
                      <a:cubicBezTo>
                        <a:pt x="111032" y="19050"/>
                        <a:pt x="123825" y="31843"/>
                        <a:pt x="123825" y="47625"/>
                      </a:cubicBezTo>
                      <a:lnTo>
                        <a:pt x="123825" y="180975"/>
                      </a:lnTo>
                      <a:cubicBezTo>
                        <a:pt x="115589" y="174778"/>
                        <a:pt x="105557" y="171434"/>
                        <a:pt x="95250" y="171450"/>
                      </a:cubicBezTo>
                      <a:close/>
                      <a:moveTo>
                        <a:pt x="247650" y="171450"/>
                      </a:moveTo>
                      <a:lnTo>
                        <a:pt x="171450" y="171450"/>
                      </a:lnTo>
                      <a:cubicBezTo>
                        <a:pt x="161143" y="171434"/>
                        <a:pt x="151111" y="174778"/>
                        <a:pt x="142875" y="180975"/>
                      </a:cubicBezTo>
                      <a:lnTo>
                        <a:pt x="142875" y="47625"/>
                      </a:lnTo>
                      <a:cubicBezTo>
                        <a:pt x="142875" y="31843"/>
                        <a:pt x="155668" y="19050"/>
                        <a:pt x="171450" y="19050"/>
                      </a:cubicBezTo>
                      <a:lnTo>
                        <a:pt x="247650" y="1905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</p:sp>
          </p:grpSp>
          <p:sp>
            <p:nvSpPr>
              <p:cNvPr id="37" name="TextBox 37"/>
              <p:cNvSpPr txBox="1"/>
              <p:nvPr/>
            </p:nvSpPr>
            <p:spPr>
              <a:xfrm>
                <a:off x="1098042" y="4616768"/>
                <a:ext cx="37719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舞台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1095756" y="4872990"/>
                <a:ext cx="4490012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altLang="en-US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世界</a:t>
                </a:r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中的七个区域，每个区域对应一种权柄</a:t>
                </a:r>
              </a:p>
            </p:txBody>
          </p:sp>
        </p:grpSp>
        <p:sp>
          <p:nvSpPr>
            <p:cNvPr id="40" name="Line 40"/>
            <p:cNvSpPr/>
            <p:nvPr/>
          </p:nvSpPr>
          <p:spPr>
            <a:xfrm>
              <a:off x="1104900" y="5276850"/>
              <a:ext cx="4991100" cy="9525"/>
            </a:xfrm>
            <a:custGeom>
              <a:avLst/>
              <a:gdLst/>
              <a:ahLst/>
              <a:cxnLst/>
              <a:rect l="l" t="t" r="r" b="b"/>
              <a:pathLst>
                <a:path w="4991100" h="9525">
                  <a:moveTo>
                    <a:pt x="0" y="0"/>
                  </a:moveTo>
                  <a:lnTo>
                    <a:pt x="4991100" y="0"/>
                  </a:lnTo>
                </a:path>
              </a:pathLst>
            </a:custGeom>
            <a:noFill/>
            <a:ln w="9525">
              <a:solidFill>
                <a:srgbClr val="3B4670"/>
              </a:solidFill>
            </a:ln>
          </p:spPr>
        </p:sp>
        <p:grpSp>
          <p:nvGrpSpPr>
            <p:cNvPr id="46" name="row-keywords"/>
            <p:cNvGrpSpPr/>
            <p:nvPr/>
          </p:nvGrpSpPr>
          <p:grpSpPr>
            <a:xfrm>
              <a:off x="627340" y="5454968"/>
              <a:ext cx="3261222" cy="608266"/>
              <a:chOff x="627340" y="5454968"/>
              <a:chExt cx="3261222" cy="608266"/>
            </a:xfrm>
          </p:grpSpPr>
          <p:grpSp>
            <p:nvGrpSpPr>
              <p:cNvPr id="43" name="Group 43"/>
              <p:cNvGrpSpPr/>
              <p:nvPr/>
            </p:nvGrpSpPr>
            <p:grpSpPr>
              <a:xfrm>
                <a:off x="627340" y="5504095"/>
                <a:ext cx="259421" cy="259466"/>
                <a:chOff x="627340" y="5504095"/>
                <a:chExt cx="259421" cy="259466"/>
              </a:xfrm>
            </p:grpSpPr>
            <p:sp>
              <p:nvSpPr>
                <p:cNvPr id="41" name="Freeform 41"/>
                <p:cNvSpPr/>
                <p:nvPr/>
              </p:nvSpPr>
              <p:spPr>
                <a:xfrm>
                  <a:off x="647700" y="5524500"/>
                  <a:ext cx="190500" cy="190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0" h="190500">
                      <a:moveTo>
                        <a:pt x="190500" y="95250"/>
                      </a:moveTo>
                      <a:cubicBezTo>
                        <a:pt x="190500" y="147855"/>
                        <a:pt x="147855" y="190500"/>
                        <a:pt x="95250" y="190500"/>
                      </a:cubicBezTo>
                      <a:cubicBezTo>
                        <a:pt x="42645" y="190500"/>
                        <a:pt x="0" y="147855"/>
                        <a:pt x="0" y="95250"/>
                      </a:cubicBezTo>
                      <a:cubicBezTo>
                        <a:pt x="0" y="42645"/>
                        <a:pt x="42645" y="0"/>
                        <a:pt x="95250" y="0"/>
                      </a:cubicBezTo>
                      <a:cubicBezTo>
                        <a:pt x="147855" y="0"/>
                        <a:pt x="190500" y="42645"/>
                        <a:pt x="190500" y="95250"/>
                      </a:cubicBezTo>
                      <a:close/>
                    </a:path>
                  </a:pathLst>
                </a:custGeom>
                <a:solidFill>
                  <a:schemeClr val="accent1">
                    <a:alpha val="20000"/>
                  </a:schemeClr>
                </a:solidFill>
                <a:ln>
                  <a:noFill/>
                </a:ln>
              </p:spPr>
            </p:sp>
            <p:sp>
              <p:nvSpPr>
                <p:cNvPr id="42" name="Freeform 42"/>
                <p:cNvSpPr/>
                <p:nvPr/>
              </p:nvSpPr>
              <p:spPr>
                <a:xfrm>
                  <a:off x="627340" y="5504095"/>
                  <a:ext cx="259421" cy="2594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9421" h="259466">
                      <a:moveTo>
                        <a:pt x="255699" y="242266"/>
                      </a:moveTo>
                      <a:lnTo>
                        <a:pt x="196096" y="182664"/>
                      </a:lnTo>
                      <a:cubicBezTo>
                        <a:pt x="232054" y="139538"/>
                        <a:pt x="227731" y="75757"/>
                        <a:pt x="186282" y="37879"/>
                      </a:cubicBezTo>
                      <a:cubicBezTo>
                        <a:pt x="144834" y="0"/>
                        <a:pt x="80922" y="1423"/>
                        <a:pt x="41201" y="41110"/>
                      </a:cubicBezTo>
                      <a:cubicBezTo>
                        <a:pt x="1480" y="80796"/>
                        <a:pt x="0" y="144706"/>
                        <a:pt x="37842" y="186188"/>
                      </a:cubicBezTo>
                      <a:cubicBezTo>
                        <a:pt x="75684" y="227670"/>
                        <a:pt x="139461" y="232050"/>
                        <a:pt x="182618" y="196130"/>
                      </a:cubicBezTo>
                      <a:lnTo>
                        <a:pt x="242221" y="255744"/>
                      </a:lnTo>
                      <a:cubicBezTo>
                        <a:pt x="245943" y="259466"/>
                        <a:pt x="251977" y="259466"/>
                        <a:pt x="255699" y="255744"/>
                      </a:cubicBezTo>
                      <a:cubicBezTo>
                        <a:pt x="259421" y="252022"/>
                        <a:pt x="259421" y="245988"/>
                        <a:pt x="255699" y="242266"/>
                      </a:cubicBezTo>
                      <a:close/>
                      <a:moveTo>
                        <a:pt x="29885" y="115655"/>
                      </a:moveTo>
                      <a:cubicBezTo>
                        <a:pt x="29885" y="68311"/>
                        <a:pt x="68265" y="29930"/>
                        <a:pt x="115610" y="29930"/>
                      </a:cubicBezTo>
                      <a:cubicBezTo>
                        <a:pt x="162955" y="29930"/>
                        <a:pt x="201335" y="68311"/>
                        <a:pt x="201335" y="115655"/>
                      </a:cubicBezTo>
                      <a:cubicBezTo>
                        <a:pt x="201335" y="163000"/>
                        <a:pt x="162955" y="201380"/>
                        <a:pt x="115610" y="201380"/>
                      </a:cubicBezTo>
                      <a:cubicBezTo>
                        <a:pt x="68287" y="201328"/>
                        <a:pt x="29937" y="162978"/>
                        <a:pt x="29885" y="11565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</p:sp>
          </p:grpSp>
          <p:sp>
            <p:nvSpPr>
              <p:cNvPr id="44" name="TextBox 44"/>
              <p:cNvSpPr txBox="1"/>
              <p:nvPr/>
            </p:nvSpPr>
            <p:spPr>
              <a:xfrm>
                <a:off x="1098042" y="5454968"/>
                <a:ext cx="55892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关键词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1095756" y="5711190"/>
                <a:ext cx="279280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试炼 / 权柄 / 证据 / 顺序</a:t>
                </a:r>
              </a:p>
            </p:txBody>
          </p:sp>
        </p:grpSp>
      </p:grpSp>
      <p:grpSp>
        <p:nvGrpSpPr>
          <p:cNvPr id="91" name="book-visual"/>
          <p:cNvGrpSpPr/>
          <p:nvPr/>
        </p:nvGrpSpPr>
        <p:grpSpPr>
          <a:xfrm>
            <a:off x="6667500" y="1524000"/>
            <a:ext cx="4572000" cy="4634017"/>
            <a:chOff x="6667500" y="1524000"/>
            <a:chExt cx="4572000" cy="4634017"/>
          </a:xfrm>
        </p:grpSpPr>
        <p:sp>
          <p:nvSpPr>
            <p:cNvPr id="48" name="Ellipse 48"/>
            <p:cNvSpPr/>
            <p:nvPr/>
          </p:nvSpPr>
          <p:spPr>
            <a:xfrm>
              <a:off x="6667500" y="1524000"/>
              <a:ext cx="4572000" cy="4572000"/>
            </a:xfrm>
            <a:prstGeom prst="ellipse">
              <a:avLst/>
            </a:prstGeom>
            <a:gradFill>
              <a:gsLst>
                <a:gs pos="0">
                  <a:schemeClr val="accent2">
                    <a:alpha val="22000"/>
                  </a:schemeClr>
                </a:gs>
                <a:gs pos="100000">
                  <a:schemeClr val="lt1">
                    <a:alpha val="0"/>
                  </a:schemeClr>
                </a:gs>
              </a:gsLst>
              <a:path path="circle">
                <a:fillToRect l="50000" t="45000" r="50000" b="55000"/>
              </a:path>
            </a:gra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7048500" y="2438400"/>
              <a:ext cx="228600" cy="228600"/>
            </a:xfrm>
            <a:prstGeom prst="rect">
              <a:avLst/>
            </a:prstGeom>
            <a:solidFill>
              <a:srgbClr val="D9573B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7658100" y="2247900"/>
              <a:ext cx="228600" cy="228600"/>
            </a:xfrm>
            <a:prstGeom prst="rect">
              <a:avLst/>
            </a:prstGeom>
            <a:solidFill>
              <a:srgbClr val="4466D6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8267700" y="2133600"/>
              <a:ext cx="228600" cy="228600"/>
            </a:xfrm>
            <a:prstGeom prst="rect">
              <a:avLst/>
            </a:prstGeom>
            <a:solidFill>
              <a:srgbClr val="7C9B5C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8801100" y="2019300"/>
              <a:ext cx="304800" cy="304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8877300" y="2095500"/>
              <a:ext cx="152400" cy="152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9410700" y="2133600"/>
              <a:ext cx="228600" cy="228600"/>
            </a:xfrm>
            <a:prstGeom prst="rect">
              <a:avLst/>
            </a:prstGeom>
            <a:solidFill>
              <a:srgbClr val="8E86A8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10020300" y="2247900"/>
              <a:ext cx="228600" cy="228600"/>
            </a:xfrm>
            <a:prstGeom prst="rect">
              <a:avLst/>
            </a:prstGeom>
            <a:solidFill>
              <a:srgbClr val="D8DCE3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10629900" y="2438400"/>
              <a:ext cx="228600" cy="228600"/>
            </a:xfrm>
            <a:prstGeom prst="rect">
              <a:avLst/>
            </a:prstGeom>
            <a:solidFill>
              <a:srgbClr val="A8872E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8915400" y="1866900"/>
              <a:ext cx="76200" cy="762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8915400" y="2400300"/>
              <a:ext cx="76200" cy="76200"/>
            </a:xfrm>
            <a:prstGeom prst="rect">
              <a:avLst/>
            </a:prstGeom>
            <a:solidFill>
              <a:schemeClr val="dk1">
                <a:alpha val="60000"/>
              </a:schemeClr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6781800" y="3238500"/>
              <a:ext cx="4343400" cy="2362200"/>
            </a:xfrm>
            <a:prstGeom prst="rect">
              <a:avLst/>
            </a:prstGeom>
            <a:solidFill>
              <a:srgbClr val="6B4A2E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6705600" y="3314700"/>
              <a:ext cx="4495800" cy="2209800"/>
            </a:xfrm>
            <a:prstGeom prst="rect">
              <a:avLst/>
            </a:prstGeom>
            <a:solidFill>
              <a:srgbClr val="6B4A2E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6934200" y="3009900"/>
              <a:ext cx="1981200" cy="24384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6858000" y="3086100"/>
              <a:ext cx="76200" cy="2286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8991600" y="3009900"/>
              <a:ext cx="1981200" cy="24384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</p:sp>
        <p:sp>
          <p:nvSpPr>
            <p:cNvPr id="64" name="Rectangle 64"/>
            <p:cNvSpPr/>
            <p:nvPr/>
          </p:nvSpPr>
          <p:spPr>
            <a:xfrm>
              <a:off x="10972800" y="3086100"/>
              <a:ext cx="76200" cy="2286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8839200" y="3009900"/>
              <a:ext cx="76200" cy="2514600"/>
            </a:xfrm>
            <a:prstGeom prst="rect">
              <a:avLst/>
            </a:prstGeom>
            <a:solidFill>
              <a:srgbClr val="D9CBB0"/>
            </a:solidFill>
            <a:ln>
              <a:noFill/>
            </a:ln>
          </p:spPr>
        </p:sp>
        <p:sp>
          <p:nvSpPr>
            <p:cNvPr id="66" name="Rectangle 66"/>
            <p:cNvSpPr/>
            <p:nvPr/>
          </p:nvSpPr>
          <p:spPr>
            <a:xfrm>
              <a:off x="8991600" y="3009900"/>
              <a:ext cx="76200" cy="2514600"/>
            </a:xfrm>
            <a:prstGeom prst="rect">
              <a:avLst/>
            </a:prstGeom>
            <a:solidFill>
              <a:srgbClr val="D9CBB0"/>
            </a:solidFill>
            <a:ln>
              <a:noFill/>
            </a:ln>
          </p:spPr>
        </p:sp>
        <p:sp>
          <p:nvSpPr>
            <p:cNvPr id="67" name="Rectangle 67"/>
            <p:cNvSpPr/>
            <p:nvPr/>
          </p:nvSpPr>
          <p:spPr>
            <a:xfrm>
              <a:off x="8915400" y="2933700"/>
              <a:ext cx="76200" cy="2667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8" name="Rectangle 68"/>
            <p:cNvSpPr/>
            <p:nvPr/>
          </p:nvSpPr>
          <p:spPr>
            <a:xfrm>
              <a:off x="7162800" y="3276600"/>
              <a:ext cx="1447800" cy="76200"/>
            </a:xfrm>
            <a:prstGeom prst="rect">
              <a:avLst/>
            </a:prstGeom>
            <a:solidFill>
              <a:srgbClr val="1A1A22">
                <a:alpha val="75000"/>
              </a:srgbClr>
            </a:solidFill>
            <a:ln>
              <a:noFill/>
            </a:ln>
          </p:spPr>
        </p:sp>
        <p:sp>
          <p:nvSpPr>
            <p:cNvPr id="69" name="Rectangle 69"/>
            <p:cNvSpPr/>
            <p:nvPr/>
          </p:nvSpPr>
          <p:spPr>
            <a:xfrm>
              <a:off x="7162800" y="3505200"/>
              <a:ext cx="1219200" cy="38100"/>
            </a:xfrm>
            <a:prstGeom prst="rect">
              <a:avLst/>
            </a:prstGeom>
            <a:solidFill>
              <a:srgbClr val="1A1A22">
                <a:alpha val="35000"/>
              </a:srgbClr>
            </a:solidFill>
            <a:ln>
              <a:noFill/>
            </a:ln>
          </p:spPr>
        </p:sp>
        <p:sp>
          <p:nvSpPr>
            <p:cNvPr id="70" name="Rectangle 70"/>
            <p:cNvSpPr/>
            <p:nvPr/>
          </p:nvSpPr>
          <p:spPr>
            <a:xfrm>
              <a:off x="7162800" y="3657600"/>
              <a:ext cx="1447800" cy="38100"/>
            </a:xfrm>
            <a:prstGeom prst="rect">
              <a:avLst/>
            </a:prstGeom>
            <a:solidFill>
              <a:srgbClr val="1A1A22">
                <a:alpha val="35000"/>
              </a:srgbClr>
            </a:solidFill>
            <a:ln>
              <a:noFill/>
            </a:ln>
          </p:spPr>
        </p:sp>
        <p:sp>
          <p:nvSpPr>
            <p:cNvPr id="71" name="Rectangle 71"/>
            <p:cNvSpPr/>
            <p:nvPr/>
          </p:nvSpPr>
          <p:spPr>
            <a:xfrm>
              <a:off x="7162800" y="3810000"/>
              <a:ext cx="1066800" cy="38100"/>
            </a:xfrm>
            <a:prstGeom prst="rect">
              <a:avLst/>
            </a:prstGeom>
            <a:solidFill>
              <a:srgbClr val="1A1A22">
                <a:alpha val="35000"/>
              </a:srgbClr>
            </a:solidFill>
            <a:ln>
              <a:noFill/>
            </a:ln>
          </p:spPr>
        </p:sp>
        <p:sp>
          <p:nvSpPr>
            <p:cNvPr id="72" name="Rectangle 72"/>
            <p:cNvSpPr/>
            <p:nvPr/>
          </p:nvSpPr>
          <p:spPr>
            <a:xfrm>
              <a:off x="7391400" y="4076700"/>
              <a:ext cx="990600" cy="990600"/>
            </a:xfrm>
            <a:prstGeom prst="rect">
              <a:avLst/>
            </a:prstGeom>
            <a:noFill/>
            <a:ln w="38100">
              <a:solidFill>
                <a:schemeClr val="accent1"/>
              </a:solidFill>
            </a:ln>
          </p:spPr>
        </p:sp>
        <p:sp>
          <p:nvSpPr>
            <p:cNvPr id="73" name="Rectangle 73"/>
            <p:cNvSpPr/>
            <p:nvPr/>
          </p:nvSpPr>
          <p:spPr>
            <a:xfrm>
              <a:off x="7810500" y="4191000"/>
              <a:ext cx="152400" cy="152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4" name="Rectangle 74"/>
            <p:cNvSpPr/>
            <p:nvPr/>
          </p:nvSpPr>
          <p:spPr>
            <a:xfrm>
              <a:off x="7810500" y="4800600"/>
              <a:ext cx="152400" cy="152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5" name="Rectangle 75"/>
            <p:cNvSpPr/>
            <p:nvPr/>
          </p:nvSpPr>
          <p:spPr>
            <a:xfrm>
              <a:off x="7505700" y="4495800"/>
              <a:ext cx="152400" cy="152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6" name="Rectangle 76"/>
            <p:cNvSpPr/>
            <p:nvPr/>
          </p:nvSpPr>
          <p:spPr>
            <a:xfrm>
              <a:off x="8115300" y="4495800"/>
              <a:ext cx="152400" cy="152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7" name="Rectangle 77"/>
            <p:cNvSpPr/>
            <p:nvPr/>
          </p:nvSpPr>
          <p:spPr>
            <a:xfrm>
              <a:off x="7848600" y="4533900"/>
              <a:ext cx="76200" cy="7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78" name="Rectangle 78"/>
            <p:cNvSpPr/>
            <p:nvPr/>
          </p:nvSpPr>
          <p:spPr>
            <a:xfrm>
              <a:off x="9296400" y="3276600"/>
              <a:ext cx="1371600" cy="76200"/>
            </a:xfrm>
            <a:prstGeom prst="rect">
              <a:avLst/>
            </a:prstGeom>
            <a:solidFill>
              <a:srgbClr val="1A1A22">
                <a:alpha val="75000"/>
              </a:srgbClr>
            </a:solidFill>
            <a:ln>
              <a:noFill/>
            </a:ln>
          </p:spPr>
        </p:sp>
        <p:sp>
          <p:nvSpPr>
            <p:cNvPr id="79" name="Rectangle 79"/>
            <p:cNvSpPr/>
            <p:nvPr/>
          </p:nvSpPr>
          <p:spPr>
            <a:xfrm>
              <a:off x="9296400" y="3505200"/>
              <a:ext cx="1143000" cy="38100"/>
            </a:xfrm>
            <a:prstGeom prst="rect">
              <a:avLst/>
            </a:prstGeom>
            <a:solidFill>
              <a:srgbClr val="1A1A22">
                <a:alpha val="35000"/>
              </a:srgbClr>
            </a:solidFill>
            <a:ln>
              <a:noFill/>
            </a:ln>
          </p:spPr>
        </p:sp>
        <p:sp>
          <p:nvSpPr>
            <p:cNvPr id="80" name="Rectangle 80"/>
            <p:cNvSpPr/>
            <p:nvPr/>
          </p:nvSpPr>
          <p:spPr>
            <a:xfrm>
              <a:off x="9296400" y="3657600"/>
              <a:ext cx="1371600" cy="38100"/>
            </a:xfrm>
            <a:prstGeom prst="rect">
              <a:avLst/>
            </a:prstGeom>
            <a:solidFill>
              <a:srgbClr val="1A1A22">
                <a:alpha val="35000"/>
              </a:srgbClr>
            </a:solidFill>
            <a:ln>
              <a:noFill/>
            </a:ln>
          </p:spPr>
        </p:sp>
        <p:sp>
          <p:nvSpPr>
            <p:cNvPr id="81" name="Rectangle 81"/>
            <p:cNvSpPr/>
            <p:nvPr/>
          </p:nvSpPr>
          <p:spPr>
            <a:xfrm>
              <a:off x="9296400" y="3810000"/>
              <a:ext cx="914400" cy="38100"/>
            </a:xfrm>
            <a:prstGeom prst="rect">
              <a:avLst/>
            </a:prstGeom>
            <a:solidFill>
              <a:srgbClr val="1A1A22">
                <a:alpha val="35000"/>
              </a:srgbClr>
            </a:solidFill>
            <a:ln>
              <a:noFill/>
            </a:ln>
          </p:spPr>
        </p:sp>
        <p:sp>
          <p:nvSpPr>
            <p:cNvPr id="82" name="Rectangle 82"/>
            <p:cNvSpPr/>
            <p:nvPr/>
          </p:nvSpPr>
          <p:spPr>
            <a:xfrm>
              <a:off x="9296400" y="4038600"/>
              <a:ext cx="1371600" cy="38100"/>
            </a:xfrm>
            <a:prstGeom prst="rect">
              <a:avLst/>
            </a:prstGeom>
            <a:solidFill>
              <a:srgbClr val="1A1A22">
                <a:alpha val="35000"/>
              </a:srgbClr>
            </a:solidFill>
            <a:ln>
              <a:noFill/>
            </a:ln>
          </p:spPr>
        </p:sp>
        <p:sp>
          <p:nvSpPr>
            <p:cNvPr id="83" name="Rectangle 83"/>
            <p:cNvSpPr/>
            <p:nvPr/>
          </p:nvSpPr>
          <p:spPr>
            <a:xfrm>
              <a:off x="9296400" y="4191000"/>
              <a:ext cx="1219200" cy="38100"/>
            </a:xfrm>
            <a:prstGeom prst="rect">
              <a:avLst/>
            </a:prstGeom>
            <a:solidFill>
              <a:srgbClr val="1A1A22">
                <a:alpha val="35000"/>
              </a:srgbClr>
            </a:solidFill>
            <a:ln>
              <a:noFill/>
            </a:ln>
          </p:spPr>
        </p:sp>
        <p:sp>
          <p:nvSpPr>
            <p:cNvPr id="84" name="Rectangle 84"/>
            <p:cNvSpPr/>
            <p:nvPr/>
          </p:nvSpPr>
          <p:spPr>
            <a:xfrm>
              <a:off x="9296400" y="4343400"/>
              <a:ext cx="1371600" cy="38100"/>
            </a:xfrm>
            <a:prstGeom prst="rect">
              <a:avLst/>
            </a:prstGeom>
            <a:solidFill>
              <a:srgbClr val="1A1A22">
                <a:alpha val="35000"/>
              </a:srgbClr>
            </a:solidFill>
            <a:ln>
              <a:noFill/>
            </a:ln>
          </p:spPr>
        </p:sp>
        <p:sp>
          <p:nvSpPr>
            <p:cNvPr id="85" name="Rectangle 85"/>
            <p:cNvSpPr/>
            <p:nvPr/>
          </p:nvSpPr>
          <p:spPr>
            <a:xfrm>
              <a:off x="9296400" y="4495800"/>
              <a:ext cx="762000" cy="38100"/>
            </a:xfrm>
            <a:prstGeom prst="rect">
              <a:avLst/>
            </a:prstGeom>
            <a:solidFill>
              <a:srgbClr val="1A1A22">
                <a:alpha val="35000"/>
              </a:srgbClr>
            </a:solidFill>
            <a:ln>
              <a:noFill/>
            </a:ln>
          </p:spPr>
        </p:sp>
        <p:sp>
          <p:nvSpPr>
            <p:cNvPr id="86" name="Rectangle 86"/>
            <p:cNvSpPr/>
            <p:nvPr/>
          </p:nvSpPr>
          <p:spPr>
            <a:xfrm>
              <a:off x="9296400" y="4762500"/>
              <a:ext cx="1371600" cy="38100"/>
            </a:xfrm>
            <a:prstGeom prst="rect">
              <a:avLst/>
            </a:prstGeom>
            <a:solidFill>
              <a:srgbClr val="1A1A22">
                <a:alpha val="35000"/>
              </a:srgbClr>
            </a:solidFill>
            <a:ln>
              <a:noFill/>
            </a:ln>
          </p:spPr>
        </p:sp>
        <p:sp>
          <p:nvSpPr>
            <p:cNvPr id="87" name="Rectangle 87"/>
            <p:cNvSpPr/>
            <p:nvPr/>
          </p:nvSpPr>
          <p:spPr>
            <a:xfrm>
              <a:off x="9296400" y="4914900"/>
              <a:ext cx="1066800" cy="38100"/>
            </a:xfrm>
            <a:prstGeom prst="rect">
              <a:avLst/>
            </a:prstGeom>
            <a:solidFill>
              <a:srgbClr val="1A1A22">
                <a:alpha val="35000"/>
              </a:srgbClr>
            </a:solidFill>
            <a:ln>
              <a:noFill/>
            </a:ln>
          </p:spPr>
        </p:sp>
        <p:sp>
          <p:nvSpPr>
            <p:cNvPr id="88" name="Rectangle 88"/>
            <p:cNvSpPr/>
            <p:nvPr/>
          </p:nvSpPr>
          <p:spPr>
            <a:xfrm>
              <a:off x="9296400" y="5067300"/>
              <a:ext cx="1371600" cy="38100"/>
            </a:xfrm>
            <a:prstGeom prst="rect">
              <a:avLst/>
            </a:prstGeom>
            <a:solidFill>
              <a:srgbClr val="1A1A22">
                <a:alpha val="35000"/>
              </a:srgbClr>
            </a:solidFill>
            <a:ln>
              <a:noFill/>
            </a:ln>
          </p:spPr>
        </p:sp>
        <p:sp>
          <p:nvSpPr>
            <p:cNvPr id="89" name="Rectangle 89"/>
            <p:cNvSpPr/>
            <p:nvPr/>
          </p:nvSpPr>
          <p:spPr>
            <a:xfrm>
              <a:off x="10591800" y="5143500"/>
              <a:ext cx="152400" cy="1524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90" name="TextBox 90"/>
            <p:cNvSpPr txBox="1"/>
            <p:nvPr/>
          </p:nvSpPr>
          <p:spPr>
            <a:xfrm>
              <a:off x="7301574" y="5950268"/>
              <a:ext cx="3303854" cy="2077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七个区域 · 七种权柄 · 一本仍在书写的</a:t>
              </a:r>
              <a:r>
                <a:rPr lang="zh-CN" altLang="en-US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故事</a:t>
              </a:r>
              <a:endParaRPr lang="zh-CN" sz="1350" dirty="0">
                <a:solidFill>
                  <a:schemeClr val="accent6"/>
                </a:solidFill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92" name="TextBox 92"/>
          <p:cNvSpPr txBox="1"/>
          <p:nvPr/>
        </p:nvSpPr>
        <p:spPr>
          <a:xfrm>
            <a:off x="11035132" y="6385560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03 / 14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lt1"/>
            </a:gs>
            <a:gs pos="78000">
              <a:srgbClr val="1A2242"/>
            </a:gs>
            <a:gs pos="100000">
              <a:srgbClr val="4A3246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usk-edge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</p:sp>
      <p:grpSp>
        <p:nvGrpSpPr>
          <p:cNvPr id="7" name="corner-ring"/>
          <p:cNvGrpSpPr/>
          <p:nvPr/>
        </p:nvGrpSpPr>
        <p:grpSpPr>
          <a:xfrm>
            <a:off x="10896600" y="495300"/>
            <a:ext cx="533400" cy="533400"/>
            <a:chOff x="10896600" y="495300"/>
            <a:chExt cx="533400" cy="533400"/>
          </a:xfrm>
        </p:grpSpPr>
        <p:sp>
          <p:nvSpPr>
            <p:cNvPr id="3" name="Ellipse 3"/>
            <p:cNvSpPr/>
            <p:nvPr/>
          </p:nvSpPr>
          <p:spPr>
            <a:xfrm>
              <a:off x="10896600" y="495300"/>
              <a:ext cx="533400" cy="5334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4" name="Freeform 4"/>
            <p:cNvSpPr/>
            <p:nvPr/>
          </p:nvSpPr>
          <p:spPr>
            <a:xfrm>
              <a:off x="10915650" y="514350"/>
              <a:ext cx="495300" cy="495300"/>
            </a:xfrm>
            <a:custGeom>
              <a:avLst/>
              <a:gdLst/>
              <a:ahLst/>
              <a:cxnLst/>
              <a:rect l="l" t="t" r="r" b="b"/>
              <a:pathLst>
                <a:path w="495300" h="495300">
                  <a:moveTo>
                    <a:pt x="247650" y="57150"/>
                  </a:moveTo>
                  <a:lnTo>
                    <a:pt x="247650" y="0"/>
                  </a:lnTo>
                  <a:moveTo>
                    <a:pt x="342900" y="82868"/>
                  </a:moveTo>
                  <a:lnTo>
                    <a:pt x="371475" y="33338"/>
                  </a:lnTo>
                  <a:moveTo>
                    <a:pt x="412432" y="152400"/>
                  </a:moveTo>
                  <a:lnTo>
                    <a:pt x="461962" y="123825"/>
                  </a:lnTo>
                  <a:moveTo>
                    <a:pt x="438150" y="247650"/>
                  </a:moveTo>
                  <a:lnTo>
                    <a:pt x="495300" y="247650"/>
                  </a:lnTo>
                  <a:moveTo>
                    <a:pt x="412432" y="342900"/>
                  </a:moveTo>
                  <a:lnTo>
                    <a:pt x="461962" y="371475"/>
                  </a:lnTo>
                  <a:moveTo>
                    <a:pt x="342900" y="412432"/>
                  </a:moveTo>
                  <a:lnTo>
                    <a:pt x="371475" y="461962"/>
                  </a:lnTo>
                  <a:moveTo>
                    <a:pt x="247650" y="438150"/>
                  </a:moveTo>
                  <a:lnTo>
                    <a:pt x="247650" y="495300"/>
                  </a:lnTo>
                  <a:moveTo>
                    <a:pt x="152400" y="412432"/>
                  </a:moveTo>
                  <a:lnTo>
                    <a:pt x="123825" y="461962"/>
                  </a:lnTo>
                  <a:moveTo>
                    <a:pt x="82868" y="342900"/>
                  </a:moveTo>
                  <a:lnTo>
                    <a:pt x="33338" y="371475"/>
                  </a:lnTo>
                  <a:moveTo>
                    <a:pt x="57150" y="247650"/>
                  </a:moveTo>
                  <a:lnTo>
                    <a:pt x="0" y="247650"/>
                  </a:lnTo>
                  <a:moveTo>
                    <a:pt x="82868" y="152400"/>
                  </a:moveTo>
                  <a:lnTo>
                    <a:pt x="33338" y="123825"/>
                  </a:lnTo>
                  <a:moveTo>
                    <a:pt x="152400" y="82868"/>
                  </a:moveTo>
                  <a:lnTo>
                    <a:pt x="123825" y="33338"/>
                  </a:lnTo>
                </a:path>
              </a:pathLst>
            </a:custGeom>
            <a:noFill/>
            <a:ln w="14288">
              <a:solidFill>
                <a:schemeClr val="accent1"/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11163300" y="723900"/>
              <a:ext cx="166688" cy="38100"/>
            </a:xfrm>
            <a:custGeom>
              <a:avLst/>
              <a:gdLst/>
              <a:ahLst/>
              <a:cxnLst/>
              <a:rect l="l" t="t" r="r" b="b"/>
              <a:pathLst>
                <a:path w="166688" h="38100">
                  <a:moveTo>
                    <a:pt x="0" y="38100"/>
                  </a:moveTo>
                  <a:lnTo>
                    <a:pt x="166688" y="0"/>
                  </a:lnTo>
                </a:path>
              </a:pathLst>
            </a:custGeom>
            <a:noFill/>
            <a:ln w="23812" cap="rnd">
              <a:solidFill>
                <a:schemeClr val="accent2"/>
              </a:solidFill>
            </a:ln>
          </p:spPr>
        </p:sp>
        <p:sp>
          <p:nvSpPr>
            <p:cNvPr id="6" name="Ellipse 6"/>
            <p:cNvSpPr/>
            <p:nvPr/>
          </p:nvSpPr>
          <p:spPr>
            <a:xfrm>
              <a:off x="11134725" y="733425"/>
              <a:ext cx="57150" cy="571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</p:grpSp>
      <p:grpSp>
        <p:nvGrpSpPr>
          <p:cNvPr id="12" name="page-title"/>
          <p:cNvGrpSpPr/>
          <p:nvPr/>
        </p:nvGrpSpPr>
        <p:grpSpPr>
          <a:xfrm>
            <a:off x="593598" y="454342"/>
            <a:ext cx="5468112" cy="1285875"/>
            <a:chOff x="593598" y="454342"/>
            <a:chExt cx="5468112" cy="1285875"/>
          </a:xfrm>
        </p:grpSpPr>
        <p:sp>
          <p:nvSpPr>
            <p:cNvPr id="8" name="Rectangle 8"/>
            <p:cNvSpPr/>
            <p:nvPr/>
          </p:nvSpPr>
          <p:spPr>
            <a:xfrm>
              <a:off x="609600" y="514350"/>
              <a:ext cx="76200" cy="7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74192" y="454342"/>
              <a:ext cx="11151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spc="1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01 体验目标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93598" y="783908"/>
              <a:ext cx="496062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我们想给玩家的三种体验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98170" y="1300162"/>
              <a:ext cx="546354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流畅的战斗、细致的地图、精美的卡面</a:t>
              </a:r>
            </a:p>
          </p:txBody>
        </p:sp>
      </p:grpSp>
      <p:grpSp>
        <p:nvGrpSpPr>
          <p:cNvPr id="21" name="goal-combat"/>
          <p:cNvGrpSpPr/>
          <p:nvPr/>
        </p:nvGrpSpPr>
        <p:grpSpPr>
          <a:xfrm>
            <a:off x="1572768" y="2133240"/>
            <a:ext cx="1731264" cy="3510894"/>
            <a:chOff x="1572768" y="2133240"/>
            <a:chExt cx="1731264" cy="3510894"/>
          </a:xfrm>
        </p:grpSpPr>
        <p:sp>
          <p:nvSpPr>
            <p:cNvPr id="13" name="Ellipse 13"/>
            <p:cNvSpPr/>
            <p:nvPr/>
          </p:nvSpPr>
          <p:spPr>
            <a:xfrm>
              <a:off x="1752600" y="2266950"/>
              <a:ext cx="1371600" cy="1371600"/>
            </a:xfrm>
            <a:prstGeom prst="ellipse">
              <a:avLst/>
            </a:prstGeom>
            <a:solidFill>
              <a:schemeClr val="accent5"/>
            </a:solidFill>
            <a:ln w="28575">
              <a:solidFill>
                <a:schemeClr val="accent1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1790700" y="2305050"/>
              <a:ext cx="1295400" cy="1295400"/>
            </a:xfrm>
            <a:custGeom>
              <a:avLst/>
              <a:gdLst/>
              <a:ahLst/>
              <a:cxnLst/>
              <a:rect l="l" t="t" r="r" b="b"/>
              <a:pathLst>
                <a:path w="1295400" h="1295400">
                  <a:moveTo>
                    <a:pt x="647700" y="76200"/>
                  </a:moveTo>
                  <a:lnTo>
                    <a:pt x="647700" y="0"/>
                  </a:lnTo>
                  <a:moveTo>
                    <a:pt x="933450" y="152400"/>
                  </a:moveTo>
                  <a:lnTo>
                    <a:pt x="971550" y="86677"/>
                  </a:lnTo>
                  <a:moveTo>
                    <a:pt x="1143000" y="361950"/>
                  </a:moveTo>
                  <a:lnTo>
                    <a:pt x="1208722" y="323850"/>
                  </a:lnTo>
                  <a:moveTo>
                    <a:pt x="1219200" y="647700"/>
                  </a:moveTo>
                  <a:lnTo>
                    <a:pt x="1295400" y="647700"/>
                  </a:lnTo>
                  <a:moveTo>
                    <a:pt x="1143000" y="933450"/>
                  </a:moveTo>
                  <a:lnTo>
                    <a:pt x="1208722" y="971550"/>
                  </a:lnTo>
                  <a:moveTo>
                    <a:pt x="933450" y="1143000"/>
                  </a:moveTo>
                  <a:lnTo>
                    <a:pt x="971550" y="1208722"/>
                  </a:lnTo>
                  <a:moveTo>
                    <a:pt x="647700" y="1219200"/>
                  </a:moveTo>
                  <a:lnTo>
                    <a:pt x="647700" y="1295400"/>
                  </a:lnTo>
                  <a:moveTo>
                    <a:pt x="361950" y="1143000"/>
                  </a:moveTo>
                  <a:lnTo>
                    <a:pt x="323850" y="1208722"/>
                  </a:lnTo>
                  <a:moveTo>
                    <a:pt x="152400" y="933450"/>
                  </a:moveTo>
                  <a:lnTo>
                    <a:pt x="86677" y="971550"/>
                  </a:lnTo>
                  <a:moveTo>
                    <a:pt x="76200" y="647700"/>
                  </a:moveTo>
                  <a:lnTo>
                    <a:pt x="0" y="647700"/>
                  </a:lnTo>
                  <a:moveTo>
                    <a:pt x="152400" y="361950"/>
                  </a:moveTo>
                  <a:lnTo>
                    <a:pt x="86677" y="323850"/>
                  </a:lnTo>
                  <a:moveTo>
                    <a:pt x="361950" y="152400"/>
                  </a:moveTo>
                  <a:lnTo>
                    <a:pt x="323850" y="86677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1728788" y="2133240"/>
              <a:ext cx="1419225" cy="409935"/>
            </a:xfrm>
            <a:custGeom>
              <a:avLst/>
              <a:gdLst/>
              <a:ahLst/>
              <a:cxnLst/>
              <a:rect l="l" t="t" r="r" b="b"/>
              <a:pathLst>
                <a:path w="1419225" h="409935">
                  <a:moveTo>
                    <a:pt x="0" y="409935"/>
                  </a:moveTo>
                  <a:cubicBezTo>
                    <a:pt x="146273" y="156286"/>
                    <a:pt x="416810" y="0"/>
                    <a:pt x="709612" y="0"/>
                  </a:cubicBezTo>
                  <a:cubicBezTo>
                    <a:pt x="1002415" y="0"/>
                    <a:pt x="1272952" y="156286"/>
                    <a:pt x="1419225" y="409935"/>
                  </a:cubicBezTo>
                </a:path>
              </a:pathLst>
            </a:custGeom>
            <a:noFill/>
            <a:ln w="57150" cap="rnd">
              <a:gradFill>
                <a:gsLst>
                  <a:gs pos="0">
                    <a:schemeClr val="accent2">
                      <a:alpha val="0"/>
                    </a:schemeClr>
                  </a:gs>
                  <a:gs pos="100000">
                    <a:schemeClr val="accent2">
                      <a:alpha val="90000"/>
                    </a:schemeClr>
                  </a:gs>
                </a:gsLst>
                <a:lin ang="0" scaled="1"/>
              </a:gradFill>
            </a:ln>
          </p:spPr>
        </p:sp>
        <p:sp>
          <p:nvSpPr>
            <p:cNvPr id="16" name="Line 16"/>
            <p:cNvSpPr/>
            <p:nvPr/>
          </p:nvSpPr>
          <p:spPr>
            <a:xfrm>
              <a:off x="2438400" y="2686050"/>
              <a:ext cx="461962" cy="266700"/>
            </a:xfrm>
            <a:custGeom>
              <a:avLst/>
              <a:gdLst/>
              <a:ahLst/>
              <a:cxnLst/>
              <a:rect l="l" t="t" r="r" b="b"/>
              <a:pathLst>
                <a:path w="461962" h="266700">
                  <a:moveTo>
                    <a:pt x="0" y="266700"/>
                  </a:moveTo>
                  <a:lnTo>
                    <a:pt x="461962" y="0"/>
                  </a:lnTo>
                </a:path>
              </a:pathLst>
            </a:custGeom>
            <a:noFill/>
            <a:ln w="38100" cap="rnd">
              <a:solidFill>
                <a:schemeClr val="accent2"/>
              </a:solidFill>
            </a:ln>
          </p:spPr>
        </p:sp>
        <p:sp>
          <p:nvSpPr>
            <p:cNvPr id="17" name="Ellipse 17"/>
            <p:cNvSpPr/>
            <p:nvPr/>
          </p:nvSpPr>
          <p:spPr>
            <a:xfrm>
              <a:off x="2371725" y="2886075"/>
              <a:ext cx="133350" cy="1333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985343" y="4083368"/>
              <a:ext cx="90611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spc="1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01 · 战斗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572768" y="4408170"/>
              <a:ext cx="173126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流畅的战斗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629156" y="4949190"/>
              <a:ext cx="1618488" cy="694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2700"/>
                </a:lnSpc>
              </a:pPr>
              <a:r>
                <a:rPr lang="zh-CN" sz="18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敌人持续行动，</a:t>
              </a:r>
              <a:br/>
              <a:r>
                <a:rPr lang="zh-CN" sz="18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出牌不打断节奏</a:t>
              </a:r>
            </a:p>
          </p:txBody>
        </p:sp>
      </p:grpSp>
      <p:sp>
        <p:nvSpPr>
          <p:cNvPr id="22" name="Line 22"/>
          <p:cNvSpPr/>
          <p:nvPr/>
        </p:nvSpPr>
        <p:spPr>
          <a:xfrm>
            <a:off x="4267200" y="2286000"/>
            <a:ext cx="9525" cy="3429000"/>
          </a:xfrm>
          <a:custGeom>
            <a:avLst/>
            <a:gdLst/>
            <a:ahLst/>
            <a:cxnLst/>
            <a:rect l="l" t="t" r="r" b="b"/>
            <a:pathLst>
              <a:path w="9525" h="3429000">
                <a:moveTo>
                  <a:pt x="0" y="0"/>
                </a:moveTo>
                <a:lnTo>
                  <a:pt x="0" y="3429000"/>
                </a:lnTo>
              </a:path>
            </a:pathLst>
          </a:custGeom>
          <a:noFill/>
          <a:ln w="9525">
            <a:solidFill>
              <a:srgbClr val="3B4670"/>
            </a:solidFill>
          </a:ln>
        </p:spPr>
      </p:sp>
      <p:grpSp>
        <p:nvGrpSpPr>
          <p:cNvPr id="51" name="goal-map"/>
          <p:cNvGrpSpPr/>
          <p:nvPr/>
        </p:nvGrpSpPr>
        <p:grpSpPr>
          <a:xfrm>
            <a:off x="4914900" y="2209800"/>
            <a:ext cx="2514600" cy="3434334"/>
            <a:chOff x="4914900" y="2209800"/>
            <a:chExt cx="2514600" cy="3434334"/>
          </a:xfrm>
        </p:grpSpPr>
        <p:sp>
          <p:nvSpPr>
            <p:cNvPr id="23" name="Rectangle 23"/>
            <p:cNvSpPr/>
            <p:nvPr/>
          </p:nvSpPr>
          <p:spPr>
            <a:xfrm>
              <a:off x="4953000" y="2247900"/>
              <a:ext cx="2438400" cy="1638300"/>
            </a:xfrm>
            <a:prstGeom prst="rect">
              <a:avLst/>
            </a:prstGeom>
            <a:solidFill>
              <a:schemeClr val="accent5"/>
            </a:solidFill>
            <a:ln w="19050">
              <a:solidFill>
                <a:srgbClr val="3B4670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4914900" y="2209800"/>
              <a:ext cx="76200" cy="76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7353300" y="2209800"/>
              <a:ext cx="76200" cy="76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4914900" y="3848100"/>
              <a:ext cx="76200" cy="76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7353300" y="3848100"/>
              <a:ext cx="76200" cy="76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39" name="Group 39"/>
            <p:cNvGrpSpPr/>
            <p:nvPr/>
          </p:nvGrpSpPr>
          <p:grpSpPr>
            <a:xfrm>
              <a:off x="5276850" y="2724150"/>
              <a:ext cx="1771650" cy="952500"/>
              <a:chOff x="5276850" y="2724150"/>
              <a:chExt cx="1771650" cy="952500"/>
            </a:xfrm>
          </p:grpSpPr>
          <p:sp>
            <p:nvSpPr>
              <p:cNvPr id="28" name="Rectangle 28"/>
              <p:cNvSpPr/>
              <p:nvPr/>
            </p:nvSpPr>
            <p:spPr>
              <a:xfrm>
                <a:off x="5276850" y="2762250"/>
                <a:ext cx="38100" cy="361950"/>
              </a:xfrm>
              <a:prstGeom prst="rect">
                <a:avLst/>
              </a:prstGeom>
              <a:solidFill>
                <a:schemeClr val="accent1">
                  <a:alpha val="75000"/>
                </a:schemeClr>
              </a:solidFill>
              <a:ln>
                <a:noFill/>
              </a:ln>
            </p:spPr>
          </p:sp>
          <p:sp>
            <p:nvSpPr>
              <p:cNvPr id="29" name="Rectangle 29"/>
              <p:cNvSpPr/>
              <p:nvPr/>
            </p:nvSpPr>
            <p:spPr>
              <a:xfrm>
                <a:off x="5276850" y="2724150"/>
                <a:ext cx="400050" cy="38100"/>
              </a:xfrm>
              <a:prstGeom prst="rect">
                <a:avLst/>
              </a:prstGeom>
              <a:solidFill>
                <a:schemeClr val="accent1">
                  <a:alpha val="75000"/>
                </a:schemeClr>
              </a:solidFill>
              <a:ln>
                <a:noFill/>
              </a:ln>
            </p:spPr>
          </p:sp>
          <p:sp>
            <p:nvSpPr>
              <p:cNvPr id="30" name="Rectangle 30"/>
              <p:cNvSpPr/>
              <p:nvPr/>
            </p:nvSpPr>
            <p:spPr>
              <a:xfrm>
                <a:off x="5276850" y="3276600"/>
                <a:ext cx="38100" cy="400050"/>
              </a:xfrm>
              <a:prstGeom prst="rect">
                <a:avLst/>
              </a:prstGeom>
              <a:solidFill>
                <a:schemeClr val="accent1">
                  <a:alpha val="75000"/>
                </a:schemeClr>
              </a:solidFill>
              <a:ln>
                <a:noFill/>
              </a:ln>
            </p:spPr>
          </p:sp>
          <p:sp>
            <p:nvSpPr>
              <p:cNvPr id="31" name="Rectangle 31"/>
              <p:cNvSpPr/>
              <p:nvPr/>
            </p:nvSpPr>
            <p:spPr>
              <a:xfrm>
                <a:off x="5276850" y="3638550"/>
                <a:ext cx="400050" cy="38100"/>
              </a:xfrm>
              <a:prstGeom prst="rect">
                <a:avLst/>
              </a:prstGeom>
              <a:solidFill>
                <a:schemeClr val="accent1">
                  <a:alpha val="75000"/>
                </a:schemeClr>
              </a:solidFill>
              <a:ln>
                <a:noFill/>
              </a:ln>
            </p:spPr>
          </p:sp>
          <p:sp>
            <p:nvSpPr>
              <p:cNvPr id="32" name="Rectangle 32"/>
              <p:cNvSpPr/>
              <p:nvPr/>
            </p:nvSpPr>
            <p:spPr>
              <a:xfrm>
                <a:off x="5829300" y="2724150"/>
                <a:ext cx="304800" cy="38100"/>
              </a:xfrm>
              <a:prstGeom prst="rect">
                <a:avLst/>
              </a:prstGeom>
              <a:solidFill>
                <a:schemeClr val="accent1">
                  <a:alpha val="75000"/>
                </a:schemeClr>
              </a:solidFill>
              <a:ln>
                <a:noFill/>
              </a:ln>
            </p:spPr>
          </p:sp>
          <p:sp>
            <p:nvSpPr>
              <p:cNvPr id="33" name="Rectangle 33"/>
              <p:cNvSpPr/>
              <p:nvPr/>
            </p:nvSpPr>
            <p:spPr>
              <a:xfrm>
                <a:off x="5829300" y="3638550"/>
                <a:ext cx="304800" cy="38100"/>
              </a:xfrm>
              <a:prstGeom prst="rect">
                <a:avLst/>
              </a:prstGeom>
              <a:solidFill>
                <a:schemeClr val="accent1">
                  <a:alpha val="75000"/>
                </a:schemeClr>
              </a:solidFill>
              <a:ln>
                <a:noFill/>
              </a:ln>
            </p:spPr>
          </p:sp>
          <p:sp>
            <p:nvSpPr>
              <p:cNvPr id="34" name="Rectangle 34"/>
              <p:cNvSpPr/>
              <p:nvPr/>
            </p:nvSpPr>
            <p:spPr>
              <a:xfrm>
                <a:off x="6286500" y="2724150"/>
                <a:ext cx="400050" cy="38100"/>
              </a:xfrm>
              <a:prstGeom prst="rect">
                <a:avLst/>
              </a:prstGeom>
              <a:solidFill>
                <a:schemeClr val="accent1">
                  <a:alpha val="75000"/>
                </a:schemeClr>
              </a:solidFill>
              <a:ln>
                <a:noFill/>
              </a:ln>
            </p:spPr>
          </p:sp>
          <p:sp>
            <p:nvSpPr>
              <p:cNvPr id="35" name="Rectangle 35"/>
              <p:cNvSpPr/>
              <p:nvPr/>
            </p:nvSpPr>
            <p:spPr>
              <a:xfrm>
                <a:off x="6648450" y="2724150"/>
                <a:ext cx="38100" cy="400050"/>
              </a:xfrm>
              <a:prstGeom prst="rect">
                <a:avLst/>
              </a:prstGeom>
              <a:solidFill>
                <a:schemeClr val="accent1">
                  <a:alpha val="75000"/>
                </a:schemeClr>
              </a:solidFill>
              <a:ln>
                <a:noFill/>
              </a:ln>
            </p:spPr>
          </p:sp>
          <p:sp>
            <p:nvSpPr>
              <p:cNvPr id="36" name="Rectangle 36"/>
              <p:cNvSpPr/>
              <p:nvPr/>
            </p:nvSpPr>
            <p:spPr>
              <a:xfrm>
                <a:off x="6286500" y="3638550"/>
                <a:ext cx="400050" cy="38100"/>
              </a:xfrm>
              <a:prstGeom prst="rect">
                <a:avLst/>
              </a:prstGeom>
              <a:solidFill>
                <a:schemeClr val="accent1">
                  <a:alpha val="75000"/>
                </a:schemeClr>
              </a:solidFill>
              <a:ln>
                <a:noFill/>
              </a:ln>
            </p:spPr>
          </p:sp>
          <p:sp>
            <p:nvSpPr>
              <p:cNvPr id="37" name="Rectangle 37"/>
              <p:cNvSpPr/>
              <p:nvPr/>
            </p:nvSpPr>
            <p:spPr>
              <a:xfrm>
                <a:off x="6648450" y="3276600"/>
                <a:ext cx="38100" cy="400050"/>
              </a:xfrm>
              <a:prstGeom prst="rect">
                <a:avLst/>
              </a:prstGeom>
              <a:solidFill>
                <a:schemeClr val="accent1">
                  <a:alpha val="75000"/>
                </a:schemeClr>
              </a:solidFill>
              <a:ln>
                <a:noFill/>
              </a:ln>
            </p:spPr>
          </p:sp>
          <p:sp>
            <p:nvSpPr>
              <p:cNvPr id="38" name="Rectangle 38"/>
              <p:cNvSpPr/>
              <p:nvPr/>
            </p:nvSpPr>
            <p:spPr>
              <a:xfrm>
                <a:off x="6743700" y="3181350"/>
                <a:ext cx="304800" cy="38100"/>
              </a:xfrm>
              <a:prstGeom prst="rect">
                <a:avLst/>
              </a:prstGeom>
              <a:solidFill>
                <a:schemeClr val="accent1">
                  <a:alpha val="75000"/>
                </a:schemeClr>
              </a:solidFill>
              <a:ln>
                <a:noFill/>
              </a:ln>
            </p:spPr>
          </p:sp>
        </p:grpSp>
        <p:sp>
          <p:nvSpPr>
            <p:cNvPr id="40" name="Rectangle 40"/>
            <p:cNvSpPr/>
            <p:nvPr/>
          </p:nvSpPr>
          <p:spPr>
            <a:xfrm>
              <a:off x="5219700" y="3124200"/>
              <a:ext cx="152400" cy="152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5676900" y="2667000"/>
              <a:ext cx="152400" cy="152400"/>
            </a:xfrm>
            <a:prstGeom prst="rect">
              <a:avLst/>
            </a:prstGeom>
            <a:solidFill>
              <a:srgbClr val="AFA9C2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5676900" y="3581400"/>
              <a:ext cx="152400" cy="152400"/>
            </a:xfrm>
            <a:prstGeom prst="rect">
              <a:avLst/>
            </a:prstGeom>
            <a:solidFill>
              <a:srgbClr val="AFA9C2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6134100" y="2667000"/>
              <a:ext cx="152400" cy="152400"/>
            </a:xfrm>
            <a:prstGeom prst="rect">
              <a:avLst/>
            </a:prstGeom>
            <a:solidFill>
              <a:srgbClr val="AFA9C2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6134100" y="3581400"/>
              <a:ext cx="152400" cy="152400"/>
            </a:xfrm>
            <a:prstGeom prst="rect">
              <a:avLst/>
            </a:prstGeom>
            <a:solidFill>
              <a:schemeClr val="accent2">
                <a:alpha val="80000"/>
              </a:schemeClr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6591300" y="3124200"/>
              <a:ext cx="152400" cy="1524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7048500" y="3086100"/>
              <a:ext cx="228600" cy="2286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7124700" y="3162300"/>
              <a:ext cx="76200" cy="76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5642943" y="4083368"/>
              <a:ext cx="90611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spc="1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02 · 地图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5230368" y="4408170"/>
              <a:ext cx="173126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细致的地图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5058156" y="4949190"/>
              <a:ext cx="2075688" cy="694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2700"/>
                </a:lnSpc>
              </a:pPr>
              <a:r>
                <a:rPr lang="zh-CN" sz="18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每个区域都有自己的</a:t>
              </a:r>
              <a:br/>
              <a:r>
                <a:rPr lang="zh-CN" sz="18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探索规则和地标</a:t>
              </a:r>
            </a:p>
          </p:txBody>
        </p:sp>
      </p:grpSp>
      <p:sp>
        <p:nvSpPr>
          <p:cNvPr id="52" name="Line 52"/>
          <p:cNvSpPr/>
          <p:nvPr/>
        </p:nvSpPr>
        <p:spPr>
          <a:xfrm>
            <a:off x="7924800" y="2286000"/>
            <a:ext cx="9525" cy="3429000"/>
          </a:xfrm>
          <a:custGeom>
            <a:avLst/>
            <a:gdLst/>
            <a:ahLst/>
            <a:cxnLst/>
            <a:rect l="l" t="t" r="r" b="b"/>
            <a:pathLst>
              <a:path w="9525" h="3429000">
                <a:moveTo>
                  <a:pt x="0" y="0"/>
                </a:moveTo>
                <a:lnTo>
                  <a:pt x="0" y="3429000"/>
                </a:lnTo>
              </a:path>
            </a:pathLst>
          </a:custGeom>
          <a:noFill/>
          <a:ln w="9525">
            <a:solidFill>
              <a:srgbClr val="3B4670"/>
            </a:solidFill>
          </a:ln>
        </p:spPr>
      </p:sp>
      <p:grpSp>
        <p:nvGrpSpPr>
          <p:cNvPr id="65" name="goal-cards"/>
          <p:cNvGrpSpPr/>
          <p:nvPr/>
        </p:nvGrpSpPr>
        <p:grpSpPr>
          <a:xfrm>
            <a:off x="8830270" y="2190750"/>
            <a:ext cx="1846659" cy="3418814"/>
            <a:chOff x="8830270" y="2190750"/>
            <a:chExt cx="1846659" cy="3418814"/>
          </a:xfrm>
        </p:grpSpPr>
        <p:sp>
          <p:nvSpPr>
            <p:cNvPr id="53" name="Rectangle 53"/>
            <p:cNvSpPr/>
            <p:nvPr/>
          </p:nvSpPr>
          <p:spPr>
            <a:xfrm rot="-720000">
              <a:off x="9334500" y="2247900"/>
              <a:ext cx="990600" cy="1409700"/>
            </a:xfrm>
            <a:prstGeom prst="roundRect">
              <a:avLst>
                <a:gd name="adj" fmla="val 7692"/>
              </a:avLst>
            </a:prstGeom>
            <a:solidFill>
              <a:schemeClr val="dk1">
                <a:alpha val="35000"/>
              </a:schemeClr>
            </a:solidFill>
            <a:ln w="19050">
              <a:solidFill>
                <a:schemeClr val="accent1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9258300" y="2190750"/>
              <a:ext cx="1066800" cy="1524000"/>
            </a:xfrm>
            <a:prstGeom prst="roundRect">
              <a:avLst>
                <a:gd name="adj" fmla="val 7143"/>
              </a:avLst>
            </a:prstGeom>
            <a:solidFill>
              <a:schemeClr val="dk1"/>
            </a:solidFill>
            <a:ln w="28575">
              <a:solidFill>
                <a:schemeClr val="accent1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9372600" y="2457450"/>
              <a:ext cx="838200" cy="838200"/>
            </a:xfrm>
            <a:prstGeom prst="roundRect">
              <a:avLst>
                <a:gd name="adj" fmla="val 4545"/>
              </a:avLst>
            </a:prstGeom>
            <a:noFill/>
            <a:ln w="14288">
              <a:solidFill>
                <a:schemeClr val="accent1"/>
              </a:solidFill>
            </a:ln>
          </p:spPr>
        </p:sp>
        <p:grpSp>
          <p:nvGrpSpPr>
            <p:cNvPr id="58" name="Group 58"/>
            <p:cNvGrpSpPr/>
            <p:nvPr/>
          </p:nvGrpSpPr>
          <p:grpSpPr>
            <a:xfrm>
              <a:off x="9540494" y="2674296"/>
              <a:ext cx="502339" cy="369067"/>
              <a:chOff x="9540494" y="2674296"/>
              <a:chExt cx="502339" cy="369067"/>
            </a:xfrm>
          </p:grpSpPr>
          <p:sp>
            <p:nvSpPr>
              <p:cNvPr id="56" name="Freeform 56"/>
              <p:cNvSpPr/>
              <p:nvPr/>
            </p:nvSpPr>
            <p:spPr>
              <a:xfrm>
                <a:off x="9557713" y="2741828"/>
                <a:ext cx="467973" cy="284740"/>
              </a:xfrm>
              <a:custGeom>
                <a:avLst/>
                <a:gdLst/>
                <a:ahLst/>
                <a:cxnLst/>
                <a:rect l="l" t="t" r="r" b="b"/>
                <a:pathLst>
                  <a:path w="467973" h="284740">
                    <a:moveTo>
                      <a:pt x="233987" y="284740"/>
                    </a:moveTo>
                    <a:cubicBezTo>
                      <a:pt x="201962" y="284740"/>
                      <a:pt x="149039" y="284365"/>
                      <a:pt x="88135" y="247986"/>
                    </a:cubicBezTo>
                    <a:cubicBezTo>
                      <a:pt x="27232" y="211606"/>
                      <a:pt x="7521" y="165975"/>
                      <a:pt x="1208" y="142681"/>
                    </a:cubicBezTo>
                    <a:cubicBezTo>
                      <a:pt x="0" y="138459"/>
                      <a:pt x="521" y="133930"/>
                      <a:pt x="2654" y="130092"/>
                    </a:cubicBezTo>
                    <a:cubicBezTo>
                      <a:pt x="4788" y="126254"/>
                      <a:pt x="8361" y="123422"/>
                      <a:pt x="12584" y="122220"/>
                    </a:cubicBezTo>
                    <a:cubicBezTo>
                      <a:pt x="33621" y="116980"/>
                      <a:pt x="55564" y="116525"/>
                      <a:pt x="76800" y="120886"/>
                    </a:cubicBezTo>
                    <a:lnTo>
                      <a:pt x="76800" y="120886"/>
                    </a:lnTo>
                    <a:cubicBezTo>
                      <a:pt x="60902" y="71130"/>
                      <a:pt x="68466" y="32459"/>
                      <a:pt x="74717" y="13144"/>
                    </a:cubicBezTo>
                    <a:cubicBezTo>
                      <a:pt x="77428" y="4901"/>
                      <a:pt x="85887" y="0"/>
                      <a:pt x="94386" y="1747"/>
                    </a:cubicBezTo>
                    <a:cubicBezTo>
                      <a:pt x="110138" y="5101"/>
                      <a:pt x="136641" y="13873"/>
                      <a:pt x="164395" y="36376"/>
                    </a:cubicBezTo>
                    <a:lnTo>
                      <a:pt x="164395" y="36376"/>
                    </a:lnTo>
                    <a:cubicBezTo>
                      <a:pt x="155025" y="61984"/>
                      <a:pt x="150366" y="89077"/>
                      <a:pt x="150643" y="116344"/>
                    </a:cubicBezTo>
                    <a:cubicBezTo>
                      <a:pt x="150643" y="238901"/>
                      <a:pt x="233987" y="284740"/>
                      <a:pt x="233987" y="284740"/>
                    </a:cubicBezTo>
                    <a:close/>
                    <a:moveTo>
                      <a:pt x="455389" y="122220"/>
                    </a:moveTo>
                    <a:cubicBezTo>
                      <a:pt x="434353" y="116980"/>
                      <a:pt x="412409" y="116525"/>
                      <a:pt x="391173" y="120886"/>
                    </a:cubicBezTo>
                    <a:lnTo>
                      <a:pt x="391173" y="120886"/>
                    </a:lnTo>
                    <a:cubicBezTo>
                      <a:pt x="407071" y="71130"/>
                      <a:pt x="399507" y="32459"/>
                      <a:pt x="393257" y="13144"/>
                    </a:cubicBezTo>
                    <a:cubicBezTo>
                      <a:pt x="390545" y="4901"/>
                      <a:pt x="382087" y="0"/>
                      <a:pt x="373587" y="1747"/>
                    </a:cubicBezTo>
                    <a:cubicBezTo>
                      <a:pt x="357919" y="5101"/>
                      <a:pt x="331415" y="13831"/>
                      <a:pt x="303662" y="36376"/>
                    </a:cubicBezTo>
                    <a:lnTo>
                      <a:pt x="303662" y="36376"/>
                    </a:lnTo>
                    <a:cubicBezTo>
                      <a:pt x="313003" y="61990"/>
                      <a:pt x="317634" y="89082"/>
                      <a:pt x="317330" y="116344"/>
                    </a:cubicBezTo>
                    <a:cubicBezTo>
                      <a:pt x="317330" y="238901"/>
                      <a:pt x="233987" y="284740"/>
                      <a:pt x="233987" y="284740"/>
                    </a:cubicBezTo>
                    <a:cubicBezTo>
                      <a:pt x="266011" y="284740"/>
                      <a:pt x="318935" y="284365"/>
                      <a:pt x="379838" y="247986"/>
                    </a:cubicBezTo>
                    <a:cubicBezTo>
                      <a:pt x="440742" y="211606"/>
                      <a:pt x="460452" y="166017"/>
                      <a:pt x="466766" y="142681"/>
                    </a:cubicBezTo>
                    <a:cubicBezTo>
                      <a:pt x="467973" y="138459"/>
                      <a:pt x="467453" y="133930"/>
                      <a:pt x="465319" y="130092"/>
                    </a:cubicBezTo>
                    <a:cubicBezTo>
                      <a:pt x="463185" y="126254"/>
                      <a:pt x="459613" y="123422"/>
                      <a:pt x="455389" y="122220"/>
                    </a:cubicBezTo>
                    <a:close/>
                  </a:path>
                </a:pathLst>
              </a:custGeom>
              <a:solidFill>
                <a:srgbClr val="1A1A22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9540494" y="2674296"/>
                <a:ext cx="502339" cy="369067"/>
              </a:xfrm>
              <a:custGeom>
                <a:avLst/>
                <a:gdLst/>
                <a:ahLst/>
                <a:cxnLst/>
                <a:rect l="l" t="t" r="r" b="b"/>
                <a:pathLst>
                  <a:path w="502339" h="369067">
                    <a:moveTo>
                      <a:pt x="496716" y="188982"/>
                    </a:moveTo>
                    <a:cubicBezTo>
                      <a:pt x="492421" y="181436"/>
                      <a:pt x="485273" y="175933"/>
                      <a:pt x="476880" y="173709"/>
                    </a:cubicBezTo>
                    <a:cubicBezTo>
                      <a:pt x="461807" y="169829"/>
                      <a:pt x="446230" y="168269"/>
                      <a:pt x="430687" y="169084"/>
                    </a:cubicBezTo>
                    <a:cubicBezTo>
                      <a:pt x="439021" y="127724"/>
                      <a:pt x="432770" y="95012"/>
                      <a:pt x="426395" y="75614"/>
                    </a:cubicBezTo>
                    <a:cubicBezTo>
                      <a:pt x="421129" y="59103"/>
                      <a:pt x="404184" y="49292"/>
                      <a:pt x="387244" y="52944"/>
                    </a:cubicBezTo>
                    <a:cubicBezTo>
                      <a:pt x="366042" y="57666"/>
                      <a:pt x="345881" y="66225"/>
                      <a:pt x="327757" y="78197"/>
                    </a:cubicBezTo>
                    <a:cubicBezTo>
                      <a:pt x="314484" y="51082"/>
                      <a:pt x="295158" y="27379"/>
                      <a:pt x="271271" y="8918"/>
                    </a:cubicBezTo>
                    <a:cubicBezTo>
                      <a:pt x="259381" y="0"/>
                      <a:pt x="243031" y="0"/>
                      <a:pt x="231141" y="8918"/>
                    </a:cubicBezTo>
                    <a:cubicBezTo>
                      <a:pt x="207249" y="27374"/>
                      <a:pt x="187922" y="51078"/>
                      <a:pt x="174655" y="78197"/>
                    </a:cubicBezTo>
                    <a:cubicBezTo>
                      <a:pt x="156531" y="66225"/>
                      <a:pt x="136370" y="57666"/>
                      <a:pt x="115168" y="52944"/>
                    </a:cubicBezTo>
                    <a:cubicBezTo>
                      <a:pt x="98227" y="49292"/>
                      <a:pt x="81283" y="59103"/>
                      <a:pt x="76017" y="75614"/>
                    </a:cubicBezTo>
                    <a:cubicBezTo>
                      <a:pt x="69767" y="95012"/>
                      <a:pt x="63516" y="127703"/>
                      <a:pt x="71725" y="169084"/>
                    </a:cubicBezTo>
                    <a:cubicBezTo>
                      <a:pt x="56182" y="168269"/>
                      <a:pt x="40605" y="169829"/>
                      <a:pt x="25532" y="173709"/>
                    </a:cubicBezTo>
                    <a:cubicBezTo>
                      <a:pt x="17139" y="175933"/>
                      <a:pt x="9991" y="181436"/>
                      <a:pt x="5696" y="188982"/>
                    </a:cubicBezTo>
                    <a:cubicBezTo>
                      <a:pt x="1201" y="196712"/>
                      <a:pt x="0" y="205924"/>
                      <a:pt x="2362" y="214548"/>
                    </a:cubicBezTo>
                    <a:cubicBezTo>
                      <a:pt x="9426" y="240738"/>
                      <a:pt x="31116" y="290557"/>
                      <a:pt x="96812" y="329812"/>
                    </a:cubicBezTo>
                    <a:cubicBezTo>
                      <a:pt x="162507" y="369067"/>
                      <a:pt x="220223" y="368942"/>
                      <a:pt x="251310" y="368942"/>
                    </a:cubicBezTo>
                    <a:cubicBezTo>
                      <a:pt x="282397" y="368942"/>
                      <a:pt x="340217" y="368942"/>
                      <a:pt x="405496" y="329812"/>
                    </a:cubicBezTo>
                    <a:cubicBezTo>
                      <a:pt x="471192" y="290557"/>
                      <a:pt x="492882" y="240738"/>
                      <a:pt x="499945" y="214548"/>
                    </a:cubicBezTo>
                    <a:cubicBezTo>
                      <a:pt x="502339" y="205937"/>
                      <a:pt x="501176" y="196726"/>
                      <a:pt x="496716" y="188982"/>
                    </a:cubicBezTo>
                    <a:close/>
                    <a:moveTo>
                      <a:pt x="107730" y="85865"/>
                    </a:moveTo>
                    <a:cubicBezTo>
                      <a:pt x="107781" y="85650"/>
                      <a:pt x="107992" y="85513"/>
                      <a:pt x="108209" y="85552"/>
                    </a:cubicBezTo>
                    <a:cubicBezTo>
                      <a:pt x="127596" y="89932"/>
                      <a:pt x="145892" y="98204"/>
                      <a:pt x="161986" y="109868"/>
                    </a:cubicBezTo>
                    <a:cubicBezTo>
                      <a:pt x="154658" y="133841"/>
                      <a:pt x="151019" y="158789"/>
                      <a:pt x="151193" y="183856"/>
                    </a:cubicBezTo>
                    <a:cubicBezTo>
                      <a:pt x="151193" y="222903"/>
                      <a:pt x="159049" y="254699"/>
                      <a:pt x="170175" y="280285"/>
                    </a:cubicBezTo>
                    <a:cubicBezTo>
                      <a:pt x="154357" y="264453"/>
                      <a:pt x="140671" y="246627"/>
                      <a:pt x="129462" y="227258"/>
                    </a:cubicBezTo>
                    <a:cubicBezTo>
                      <a:pt x="91915" y="161874"/>
                      <a:pt x="99729" y="110576"/>
                      <a:pt x="107730" y="85865"/>
                    </a:cubicBezTo>
                    <a:close/>
                    <a:moveTo>
                      <a:pt x="113980" y="301204"/>
                    </a:moveTo>
                    <a:cubicBezTo>
                      <a:pt x="58411" y="268033"/>
                      <a:pt x="40388" y="227362"/>
                      <a:pt x="34512" y="205797"/>
                    </a:cubicBezTo>
                    <a:cubicBezTo>
                      <a:pt x="49844" y="202022"/>
                      <a:pt x="65753" y="201195"/>
                      <a:pt x="81393" y="203359"/>
                    </a:cubicBezTo>
                    <a:cubicBezTo>
                      <a:pt x="86615" y="217345"/>
                      <a:pt x="92992" y="230873"/>
                      <a:pt x="100458" y="243801"/>
                    </a:cubicBezTo>
                    <a:cubicBezTo>
                      <a:pt x="118791" y="275408"/>
                      <a:pt x="142808" y="303353"/>
                      <a:pt x="171300" y="326228"/>
                    </a:cubicBezTo>
                    <a:cubicBezTo>
                      <a:pt x="151153" y="320436"/>
                      <a:pt x="131854" y="312022"/>
                      <a:pt x="113897" y="301204"/>
                    </a:cubicBezTo>
                    <a:close/>
                    <a:moveTo>
                      <a:pt x="251206" y="332271"/>
                    </a:moveTo>
                    <a:cubicBezTo>
                      <a:pt x="231766" y="317811"/>
                      <a:pt x="184531" y="273451"/>
                      <a:pt x="184531" y="183856"/>
                    </a:cubicBezTo>
                    <a:cubicBezTo>
                      <a:pt x="184531" y="95366"/>
                      <a:pt x="231162" y="50652"/>
                      <a:pt x="251206" y="35567"/>
                    </a:cubicBezTo>
                    <a:cubicBezTo>
                      <a:pt x="271250" y="50694"/>
                      <a:pt x="317881" y="95408"/>
                      <a:pt x="317881" y="183898"/>
                    </a:cubicBezTo>
                    <a:cubicBezTo>
                      <a:pt x="317881" y="273451"/>
                      <a:pt x="270646" y="317811"/>
                      <a:pt x="251206" y="332271"/>
                    </a:cubicBezTo>
                    <a:close/>
                    <a:moveTo>
                      <a:pt x="340425" y="109868"/>
                    </a:moveTo>
                    <a:cubicBezTo>
                      <a:pt x="356521" y="98212"/>
                      <a:pt x="374817" y="89947"/>
                      <a:pt x="394203" y="85573"/>
                    </a:cubicBezTo>
                    <a:cubicBezTo>
                      <a:pt x="394420" y="85534"/>
                      <a:pt x="394631" y="85671"/>
                      <a:pt x="394682" y="85886"/>
                    </a:cubicBezTo>
                    <a:cubicBezTo>
                      <a:pt x="402683" y="110576"/>
                      <a:pt x="410497" y="161874"/>
                      <a:pt x="372950" y="227258"/>
                    </a:cubicBezTo>
                    <a:cubicBezTo>
                      <a:pt x="361751" y="246653"/>
                      <a:pt x="348064" y="264501"/>
                      <a:pt x="332237" y="280348"/>
                    </a:cubicBezTo>
                    <a:cubicBezTo>
                      <a:pt x="343363" y="254803"/>
                      <a:pt x="351218" y="222965"/>
                      <a:pt x="351218" y="183919"/>
                    </a:cubicBezTo>
                    <a:cubicBezTo>
                      <a:pt x="351399" y="158831"/>
                      <a:pt x="347760" y="133861"/>
                      <a:pt x="340425" y="109868"/>
                    </a:cubicBezTo>
                    <a:close/>
                    <a:moveTo>
                      <a:pt x="467900" y="205838"/>
                    </a:moveTo>
                    <a:cubicBezTo>
                      <a:pt x="462128" y="227195"/>
                      <a:pt x="444147" y="267950"/>
                      <a:pt x="388536" y="301204"/>
                    </a:cubicBezTo>
                    <a:cubicBezTo>
                      <a:pt x="370578" y="312015"/>
                      <a:pt x="351279" y="320421"/>
                      <a:pt x="331133" y="326207"/>
                    </a:cubicBezTo>
                    <a:cubicBezTo>
                      <a:pt x="359625" y="303332"/>
                      <a:pt x="383642" y="275387"/>
                      <a:pt x="401975" y="243780"/>
                    </a:cubicBezTo>
                    <a:cubicBezTo>
                      <a:pt x="409441" y="230852"/>
                      <a:pt x="415818" y="217325"/>
                      <a:pt x="421040" y="203338"/>
                    </a:cubicBezTo>
                    <a:cubicBezTo>
                      <a:pt x="436676" y="201183"/>
                      <a:pt x="452579" y="202025"/>
                      <a:pt x="467900" y="205817"/>
                    </a:cubicBezTo>
                    <a:close/>
                  </a:path>
                </a:pathLst>
              </a:custGeom>
              <a:solidFill>
                <a:srgbClr val="1A1A22"/>
              </a:solidFill>
              <a:ln>
                <a:noFill/>
              </a:ln>
            </p:spPr>
          </p:sp>
        </p:grpSp>
        <p:sp>
          <p:nvSpPr>
            <p:cNvPr id="59" name="Ellipse 59"/>
            <p:cNvSpPr/>
            <p:nvPr/>
          </p:nvSpPr>
          <p:spPr>
            <a:xfrm>
              <a:off x="9267825" y="2200275"/>
              <a:ext cx="209550" cy="209550"/>
            </a:xfrm>
            <a:prstGeom prst="ellipse">
              <a:avLst/>
            </a:prstGeom>
            <a:solidFill>
              <a:srgbClr val="D9573B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9486900" y="3409950"/>
              <a:ext cx="609600" cy="38100"/>
            </a:xfrm>
            <a:prstGeom prst="rect">
              <a:avLst/>
            </a:prstGeom>
            <a:solidFill>
              <a:srgbClr val="1A1A22">
                <a:alpha val="50000"/>
              </a:srgbClr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9563100" y="3524250"/>
              <a:ext cx="457200" cy="38100"/>
            </a:xfrm>
            <a:prstGeom prst="rect">
              <a:avLst/>
            </a:prstGeom>
            <a:solidFill>
              <a:srgbClr val="1A1A22">
                <a:alpha val="30000"/>
              </a:srgbClr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9300543" y="4083368"/>
              <a:ext cx="90611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spc="1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03 · 卡面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8887968" y="4408170"/>
              <a:ext cx="173126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精美的卡面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8830270" y="4949190"/>
              <a:ext cx="1846659" cy="6603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2700"/>
                </a:lnSpc>
              </a:pPr>
              <a:r>
                <a:rPr lang="zh-CN" sz="18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仪式图鉴风，</a:t>
              </a:r>
              <a:br>
                <a:rPr dirty="0"/>
              </a:br>
              <a:r>
                <a:rPr lang="zh-CN" sz="18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每张牌都值得收藏</a:t>
              </a:r>
            </a:p>
          </p:txBody>
        </p:sp>
      </p:grpSp>
      <p:sp>
        <p:nvSpPr>
          <p:cNvPr id="66" name="TextBox 66"/>
          <p:cNvSpPr txBox="1"/>
          <p:nvPr/>
        </p:nvSpPr>
        <p:spPr>
          <a:xfrm>
            <a:off x="11035132" y="6385560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04 / 14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lt1"/>
            </a:gs>
            <a:gs pos="78000">
              <a:srgbClr val="1A2242"/>
            </a:gs>
            <a:gs pos="100000">
              <a:srgbClr val="4A3246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usk-edge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</p:sp>
      <p:grpSp>
        <p:nvGrpSpPr>
          <p:cNvPr id="7" name="corner-ring"/>
          <p:cNvGrpSpPr/>
          <p:nvPr/>
        </p:nvGrpSpPr>
        <p:grpSpPr>
          <a:xfrm>
            <a:off x="10896600" y="495300"/>
            <a:ext cx="533400" cy="533400"/>
            <a:chOff x="10896600" y="495300"/>
            <a:chExt cx="533400" cy="533400"/>
          </a:xfrm>
        </p:grpSpPr>
        <p:sp>
          <p:nvSpPr>
            <p:cNvPr id="3" name="Ellipse 3"/>
            <p:cNvSpPr/>
            <p:nvPr/>
          </p:nvSpPr>
          <p:spPr>
            <a:xfrm>
              <a:off x="10896600" y="495300"/>
              <a:ext cx="533400" cy="5334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4" name="Freeform 4"/>
            <p:cNvSpPr/>
            <p:nvPr/>
          </p:nvSpPr>
          <p:spPr>
            <a:xfrm>
              <a:off x="10915650" y="514350"/>
              <a:ext cx="495300" cy="495300"/>
            </a:xfrm>
            <a:custGeom>
              <a:avLst/>
              <a:gdLst/>
              <a:ahLst/>
              <a:cxnLst/>
              <a:rect l="l" t="t" r="r" b="b"/>
              <a:pathLst>
                <a:path w="495300" h="495300">
                  <a:moveTo>
                    <a:pt x="247650" y="57150"/>
                  </a:moveTo>
                  <a:lnTo>
                    <a:pt x="247650" y="0"/>
                  </a:lnTo>
                  <a:moveTo>
                    <a:pt x="342900" y="82868"/>
                  </a:moveTo>
                  <a:lnTo>
                    <a:pt x="371475" y="33338"/>
                  </a:lnTo>
                  <a:moveTo>
                    <a:pt x="412432" y="152400"/>
                  </a:moveTo>
                  <a:lnTo>
                    <a:pt x="461962" y="123825"/>
                  </a:lnTo>
                  <a:moveTo>
                    <a:pt x="438150" y="247650"/>
                  </a:moveTo>
                  <a:lnTo>
                    <a:pt x="495300" y="247650"/>
                  </a:lnTo>
                  <a:moveTo>
                    <a:pt x="412432" y="342900"/>
                  </a:moveTo>
                  <a:lnTo>
                    <a:pt x="461962" y="371475"/>
                  </a:lnTo>
                  <a:moveTo>
                    <a:pt x="342900" y="412432"/>
                  </a:moveTo>
                  <a:lnTo>
                    <a:pt x="371475" y="461962"/>
                  </a:lnTo>
                  <a:moveTo>
                    <a:pt x="247650" y="438150"/>
                  </a:moveTo>
                  <a:lnTo>
                    <a:pt x="247650" y="495300"/>
                  </a:lnTo>
                  <a:moveTo>
                    <a:pt x="152400" y="412432"/>
                  </a:moveTo>
                  <a:lnTo>
                    <a:pt x="123825" y="461962"/>
                  </a:lnTo>
                  <a:moveTo>
                    <a:pt x="82868" y="342900"/>
                  </a:moveTo>
                  <a:lnTo>
                    <a:pt x="33338" y="371475"/>
                  </a:lnTo>
                  <a:moveTo>
                    <a:pt x="57150" y="247650"/>
                  </a:moveTo>
                  <a:lnTo>
                    <a:pt x="0" y="247650"/>
                  </a:lnTo>
                  <a:moveTo>
                    <a:pt x="82868" y="152400"/>
                  </a:moveTo>
                  <a:lnTo>
                    <a:pt x="33338" y="123825"/>
                  </a:lnTo>
                  <a:moveTo>
                    <a:pt x="152400" y="82868"/>
                  </a:moveTo>
                  <a:lnTo>
                    <a:pt x="123825" y="33338"/>
                  </a:lnTo>
                </a:path>
              </a:pathLst>
            </a:custGeom>
            <a:noFill/>
            <a:ln w="14288">
              <a:solidFill>
                <a:schemeClr val="accent1"/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11163300" y="762000"/>
              <a:ext cx="166688" cy="38100"/>
            </a:xfrm>
            <a:custGeom>
              <a:avLst/>
              <a:gdLst/>
              <a:ahLst/>
              <a:cxnLst/>
              <a:rect l="l" t="t" r="r" b="b"/>
              <a:pathLst>
                <a:path w="166688" h="38100">
                  <a:moveTo>
                    <a:pt x="0" y="0"/>
                  </a:moveTo>
                  <a:lnTo>
                    <a:pt x="166688" y="38100"/>
                  </a:lnTo>
                </a:path>
              </a:pathLst>
            </a:custGeom>
            <a:noFill/>
            <a:ln w="23812" cap="rnd">
              <a:solidFill>
                <a:schemeClr val="accent2"/>
              </a:solidFill>
            </a:ln>
          </p:spPr>
        </p:sp>
        <p:sp>
          <p:nvSpPr>
            <p:cNvPr id="6" name="Ellipse 6"/>
            <p:cNvSpPr/>
            <p:nvPr/>
          </p:nvSpPr>
          <p:spPr>
            <a:xfrm>
              <a:off x="11134725" y="733425"/>
              <a:ext cx="57150" cy="571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</p:grpSp>
      <p:grpSp>
        <p:nvGrpSpPr>
          <p:cNvPr id="12" name="page-title"/>
          <p:cNvGrpSpPr/>
          <p:nvPr/>
        </p:nvGrpSpPr>
        <p:grpSpPr>
          <a:xfrm>
            <a:off x="593598" y="454342"/>
            <a:ext cx="6428232" cy="1285875"/>
            <a:chOff x="593598" y="454342"/>
            <a:chExt cx="6428232" cy="1285875"/>
          </a:xfrm>
        </p:grpSpPr>
        <p:sp>
          <p:nvSpPr>
            <p:cNvPr id="8" name="Rectangle 8"/>
            <p:cNvSpPr/>
            <p:nvPr/>
          </p:nvSpPr>
          <p:spPr>
            <a:xfrm>
              <a:off x="609600" y="514350"/>
              <a:ext cx="76200" cy="7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74192" y="454342"/>
              <a:ext cx="11151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spc="1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02 核心玩法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93598" y="783908"/>
              <a:ext cx="4512564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卡牌战斗：出牌即战斗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98170" y="1300162"/>
              <a:ext cx="642366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以卡牌驱动的实时战斗，节奏流畅、上手直观</a:t>
              </a:r>
            </a:p>
          </p:txBody>
        </p:sp>
      </p:grpSp>
      <p:grpSp>
        <p:nvGrpSpPr>
          <p:cNvPr id="93" name="battle-scene"/>
          <p:cNvGrpSpPr/>
          <p:nvPr/>
        </p:nvGrpSpPr>
        <p:grpSpPr>
          <a:xfrm>
            <a:off x="609600" y="1905000"/>
            <a:ext cx="6934200" cy="4191000"/>
            <a:chOff x="609600" y="1905000"/>
            <a:chExt cx="6934200" cy="4191000"/>
          </a:xfrm>
        </p:grpSpPr>
        <p:sp>
          <p:nvSpPr>
            <p:cNvPr id="13" name="Rectangle 13"/>
            <p:cNvSpPr/>
            <p:nvPr/>
          </p:nvSpPr>
          <p:spPr>
            <a:xfrm>
              <a:off x="609600" y="1905000"/>
              <a:ext cx="6934200" cy="4191000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rgbClr val="3A2F4E"/>
                </a:gs>
              </a:gsLst>
              <a:lin ang="5400000" scaled="1"/>
            </a:gradFill>
            <a:ln w="19050">
              <a:solidFill>
                <a:srgbClr val="3B4670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1143000" y="2667000"/>
              <a:ext cx="38100" cy="38100"/>
            </a:xfrm>
            <a:prstGeom prst="rect">
              <a:avLst/>
            </a:prstGeom>
            <a:solidFill>
              <a:schemeClr val="dk1">
                <a:alpha val="60000"/>
              </a:schemeClr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3276600" y="2247900"/>
              <a:ext cx="38100" cy="38100"/>
            </a:xfrm>
            <a:prstGeom prst="rect">
              <a:avLst/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4343400" y="2857500"/>
              <a:ext cx="38100" cy="38100"/>
            </a:xfrm>
            <a:prstGeom prst="rect">
              <a:avLst/>
            </a:prstGeom>
            <a:solidFill>
              <a:schemeClr val="dk1">
                <a:alpha val="50000"/>
              </a:schemeClr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086600" y="2552700"/>
              <a:ext cx="76200" cy="76200"/>
            </a:xfrm>
            <a:prstGeom prst="rect">
              <a:avLst/>
            </a:prstGeom>
            <a:solidFill>
              <a:schemeClr val="dk1">
                <a:alpha val="50000"/>
              </a:schemeClr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628650" y="4762500"/>
              <a:ext cx="6896100" cy="13144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628650" y="4762500"/>
              <a:ext cx="6896100" cy="38100"/>
            </a:xfrm>
            <a:prstGeom prst="rect">
              <a:avLst/>
            </a:prstGeom>
            <a:solidFill>
              <a:schemeClr val="accent1">
                <a:alpha val="55000"/>
              </a:schemeClr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1066800" y="4914900"/>
              <a:ext cx="152400" cy="38100"/>
            </a:xfrm>
            <a:prstGeom prst="rect">
              <a:avLst/>
            </a:prstGeom>
            <a:solidFill>
              <a:srgbClr val="3B4670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2743200" y="4991100"/>
              <a:ext cx="228600" cy="38100"/>
            </a:xfrm>
            <a:prstGeom prst="rect">
              <a:avLst/>
            </a:prstGeom>
            <a:solidFill>
              <a:srgbClr val="3B4670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4572000" y="4914900"/>
              <a:ext cx="152400" cy="38100"/>
            </a:xfrm>
            <a:prstGeom prst="rect">
              <a:avLst/>
            </a:prstGeom>
            <a:solidFill>
              <a:srgbClr val="3B4670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5943600" y="5029200"/>
              <a:ext cx="228600" cy="38100"/>
            </a:xfrm>
            <a:prstGeom prst="rect">
              <a:avLst/>
            </a:prstGeom>
            <a:solidFill>
              <a:srgbClr val="3B4670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800100" y="2057400"/>
              <a:ext cx="2209800" cy="3429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9525">
              <a:solidFill>
                <a:schemeClr val="accent2"/>
              </a:solidFill>
            </a:ln>
          </p:spPr>
        </p:sp>
        <p:grpSp>
          <p:nvGrpSpPr>
            <p:cNvPr id="27" name="Group 27"/>
            <p:cNvGrpSpPr/>
            <p:nvPr/>
          </p:nvGrpSpPr>
          <p:grpSpPr>
            <a:xfrm>
              <a:off x="945356" y="2135981"/>
              <a:ext cx="128588" cy="185738"/>
              <a:chOff x="945356" y="2135981"/>
              <a:chExt cx="128588" cy="185738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952500" y="2143125"/>
                <a:ext cx="1143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71450">
                    <a:moveTo>
                      <a:pt x="111460" y="44648"/>
                    </a:moveTo>
                    <a:lnTo>
                      <a:pt x="57150" y="85725"/>
                    </a:lnTo>
                    <a:lnTo>
                      <a:pt x="2857" y="45006"/>
                    </a:lnTo>
                    <a:cubicBezTo>
                      <a:pt x="1059" y="43656"/>
                      <a:pt x="0" y="41539"/>
                      <a:pt x="0" y="39291"/>
                    </a:cubicBezTo>
                    <a:lnTo>
                      <a:pt x="0" y="7144"/>
                    </a:lnTo>
                    <a:cubicBezTo>
                      <a:pt x="0" y="3198"/>
                      <a:pt x="3198" y="0"/>
                      <a:pt x="7144" y="0"/>
                    </a:cubicBezTo>
                    <a:lnTo>
                      <a:pt x="107156" y="0"/>
                    </a:lnTo>
                    <a:cubicBezTo>
                      <a:pt x="111102" y="0"/>
                      <a:pt x="114300" y="3198"/>
                      <a:pt x="114300" y="7144"/>
                    </a:cubicBezTo>
                    <a:lnTo>
                      <a:pt x="114300" y="38969"/>
                    </a:lnTo>
                    <a:cubicBezTo>
                      <a:pt x="114293" y="41202"/>
                      <a:pt x="113242" y="43303"/>
                      <a:pt x="111460" y="44648"/>
                    </a:cubicBezTo>
                    <a:close/>
                    <a:moveTo>
                      <a:pt x="0" y="132159"/>
                    </a:moveTo>
                    <a:lnTo>
                      <a:pt x="0" y="164306"/>
                    </a:lnTo>
                    <a:cubicBezTo>
                      <a:pt x="0" y="168252"/>
                      <a:pt x="3198" y="171450"/>
                      <a:pt x="7144" y="171450"/>
                    </a:cubicBezTo>
                    <a:lnTo>
                      <a:pt x="107156" y="171450"/>
                    </a:lnTo>
                    <a:cubicBezTo>
                      <a:pt x="111102" y="171450"/>
                      <a:pt x="114300" y="168252"/>
                      <a:pt x="114300" y="164306"/>
                    </a:cubicBezTo>
                    <a:lnTo>
                      <a:pt x="114300" y="132481"/>
                    </a:lnTo>
                    <a:cubicBezTo>
                      <a:pt x="114299" y="130242"/>
                      <a:pt x="113247" y="128133"/>
                      <a:pt x="111460" y="126784"/>
                    </a:cubicBezTo>
                    <a:lnTo>
                      <a:pt x="57150" y="85725"/>
                    </a:lnTo>
                    <a:lnTo>
                      <a:pt x="2857" y="126444"/>
                    </a:lnTo>
                    <a:cubicBezTo>
                      <a:pt x="1059" y="127794"/>
                      <a:pt x="0" y="129911"/>
                      <a:pt x="0" y="132159"/>
                    </a:cubicBezTo>
                    <a:close/>
                  </a:path>
                </a:pathLst>
              </a:custGeom>
              <a:solidFill>
                <a:schemeClr val="accent2">
                  <a:alpha val="20000"/>
                </a:schemeClr>
              </a:solidFill>
              <a:ln>
                <a:noFill/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945356" y="2135981"/>
                <a:ext cx="128588" cy="185738"/>
              </a:xfrm>
              <a:custGeom>
                <a:avLst/>
                <a:gdLst/>
                <a:ahLst/>
                <a:cxnLst/>
                <a:rect l="l" t="t" r="r" b="b"/>
                <a:pathLst>
                  <a:path w="128588" h="185738">
                    <a:moveTo>
                      <a:pt x="128588" y="46113"/>
                    </a:moveTo>
                    <a:lnTo>
                      <a:pt x="128588" y="14288"/>
                    </a:lnTo>
                    <a:cubicBezTo>
                      <a:pt x="128588" y="6397"/>
                      <a:pt x="122191" y="0"/>
                      <a:pt x="114300" y="0"/>
                    </a:cubicBezTo>
                    <a:lnTo>
                      <a:pt x="14288" y="0"/>
                    </a:lnTo>
                    <a:cubicBezTo>
                      <a:pt x="6397" y="0"/>
                      <a:pt x="0" y="6397"/>
                      <a:pt x="0" y="14288"/>
                    </a:cubicBezTo>
                    <a:lnTo>
                      <a:pt x="0" y="46434"/>
                    </a:lnTo>
                    <a:cubicBezTo>
                      <a:pt x="10" y="50929"/>
                      <a:pt x="2125" y="55160"/>
                      <a:pt x="5715" y="57864"/>
                    </a:cubicBezTo>
                    <a:lnTo>
                      <a:pt x="52390" y="92869"/>
                    </a:lnTo>
                    <a:lnTo>
                      <a:pt x="5715" y="127873"/>
                    </a:lnTo>
                    <a:cubicBezTo>
                      <a:pt x="2125" y="130578"/>
                      <a:pt x="10" y="134808"/>
                      <a:pt x="0" y="139303"/>
                    </a:cubicBezTo>
                    <a:lnTo>
                      <a:pt x="0" y="171450"/>
                    </a:lnTo>
                    <a:cubicBezTo>
                      <a:pt x="0" y="179341"/>
                      <a:pt x="6397" y="185738"/>
                      <a:pt x="14288" y="185738"/>
                    </a:cubicBezTo>
                    <a:lnTo>
                      <a:pt x="114300" y="185738"/>
                    </a:lnTo>
                    <a:cubicBezTo>
                      <a:pt x="122191" y="185738"/>
                      <a:pt x="128588" y="179341"/>
                      <a:pt x="128588" y="171450"/>
                    </a:cubicBezTo>
                    <a:lnTo>
                      <a:pt x="128588" y="139625"/>
                    </a:lnTo>
                    <a:cubicBezTo>
                      <a:pt x="128577" y="135148"/>
                      <a:pt x="126481" y="130931"/>
                      <a:pt x="122917" y="128221"/>
                    </a:cubicBezTo>
                    <a:lnTo>
                      <a:pt x="76143" y="92869"/>
                    </a:lnTo>
                    <a:lnTo>
                      <a:pt x="122917" y="57516"/>
                    </a:lnTo>
                    <a:cubicBezTo>
                      <a:pt x="126481" y="54806"/>
                      <a:pt x="128577" y="50590"/>
                      <a:pt x="128588" y="46113"/>
                    </a:cubicBezTo>
                    <a:close/>
                    <a:moveTo>
                      <a:pt x="114300" y="171450"/>
                    </a:moveTo>
                    <a:lnTo>
                      <a:pt x="14288" y="171450"/>
                    </a:lnTo>
                    <a:lnTo>
                      <a:pt x="14288" y="139303"/>
                    </a:lnTo>
                    <a:lnTo>
                      <a:pt x="64294" y="101798"/>
                    </a:lnTo>
                    <a:lnTo>
                      <a:pt x="114300" y="139616"/>
                    </a:lnTo>
                    <a:close/>
                    <a:moveTo>
                      <a:pt x="114300" y="46113"/>
                    </a:moveTo>
                    <a:lnTo>
                      <a:pt x="64294" y="83939"/>
                    </a:lnTo>
                    <a:lnTo>
                      <a:pt x="14288" y="46434"/>
                    </a:lnTo>
                    <a:lnTo>
                      <a:pt x="14288" y="14288"/>
                    </a:lnTo>
                    <a:lnTo>
                      <a:pt x="114300" y="14288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</p:grpSp>
        <p:sp>
          <p:nvSpPr>
            <p:cNvPr id="28" name="TextBox 28"/>
            <p:cNvSpPr txBox="1"/>
            <p:nvPr/>
          </p:nvSpPr>
          <p:spPr>
            <a:xfrm>
              <a:off x="1193292" y="2140268"/>
              <a:ext cx="149487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选牌中 · 战场放缓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2066925" y="3286125"/>
              <a:ext cx="342900" cy="342900"/>
            </a:xfrm>
            <a:prstGeom prst="ellipse">
              <a:avLst/>
            </a:prstGeom>
            <a:solidFill>
              <a:schemeClr val="accent2">
                <a:alpha val="25000"/>
              </a:schemeClr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2209800" y="3543300"/>
              <a:ext cx="57150" cy="1219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2171700" y="3390900"/>
              <a:ext cx="133350" cy="1333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1638300" y="3657600"/>
              <a:ext cx="381000" cy="114300"/>
            </a:xfrm>
            <a:prstGeom prst="rect">
              <a:avLst/>
            </a:prstGeom>
            <a:solidFill>
              <a:srgbClr val="D8DCE3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1676400" y="3771900"/>
              <a:ext cx="304800" cy="2286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1638300" y="3771900"/>
              <a:ext cx="76200" cy="304800"/>
            </a:xfrm>
            <a:prstGeom prst="rect">
              <a:avLst/>
            </a:prstGeom>
            <a:solidFill>
              <a:srgbClr val="D8DCE3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1943100" y="3771900"/>
              <a:ext cx="76200" cy="228600"/>
            </a:xfrm>
            <a:prstGeom prst="rect">
              <a:avLst/>
            </a:prstGeom>
            <a:solidFill>
              <a:srgbClr val="D8DCE3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1847850" y="3848100"/>
              <a:ext cx="38100" cy="57150"/>
            </a:xfrm>
            <a:prstGeom prst="rect">
              <a:avLst/>
            </a:prstGeom>
            <a:solidFill>
              <a:srgbClr val="1A1A22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1638300" y="4000500"/>
              <a:ext cx="381000" cy="152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1562100" y="4152900"/>
              <a:ext cx="533400" cy="228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1524000" y="4381500"/>
              <a:ext cx="609600" cy="228600"/>
            </a:xfrm>
            <a:prstGeom prst="rect">
              <a:avLst/>
            </a:prstGeom>
            <a:solidFill>
              <a:srgbClr val="A8872E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2019300" y="4152900"/>
              <a:ext cx="190500" cy="762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1676400" y="4610100"/>
              <a:ext cx="114300" cy="152400"/>
            </a:xfrm>
            <a:prstGeom prst="rect">
              <a:avLst/>
            </a:prstGeom>
            <a:solidFill>
              <a:srgbClr val="1A1A22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1866900" y="4610100"/>
              <a:ext cx="114300" cy="152400"/>
            </a:xfrm>
            <a:prstGeom prst="rect">
              <a:avLst/>
            </a:prstGeom>
            <a:solidFill>
              <a:srgbClr val="1A1A22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2590800" y="3943350"/>
              <a:ext cx="76200" cy="76200"/>
            </a:xfrm>
            <a:prstGeom prst="rect">
              <a:avLst/>
            </a:prstGeom>
            <a:solidFill>
              <a:schemeClr val="accent2">
                <a:alpha val="30000"/>
              </a:schemeClr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3048000" y="3933825"/>
              <a:ext cx="76200" cy="76200"/>
            </a:xfrm>
            <a:prstGeom prst="rect">
              <a:avLst/>
            </a:prstGeom>
            <a:solidFill>
              <a:schemeClr val="accent2">
                <a:alpha val="45000"/>
              </a:schemeClr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3505200" y="3924300"/>
              <a:ext cx="95250" cy="95250"/>
            </a:xfrm>
            <a:prstGeom prst="rect">
              <a:avLst/>
            </a:prstGeom>
            <a:solidFill>
              <a:schemeClr val="accent2">
                <a:alpha val="60000"/>
              </a:schemeClr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3962400" y="3914775"/>
              <a:ext cx="95250" cy="95250"/>
            </a:xfrm>
            <a:prstGeom prst="rect">
              <a:avLst/>
            </a:prstGeom>
            <a:solidFill>
              <a:schemeClr val="accent2">
                <a:alpha val="75000"/>
              </a:schemeClr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4419600" y="3905250"/>
              <a:ext cx="114300" cy="114300"/>
            </a:xfrm>
            <a:prstGeom prst="rect">
              <a:avLst/>
            </a:prstGeom>
            <a:solidFill>
              <a:schemeClr val="accent2">
                <a:alpha val="90000"/>
              </a:schemeClr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4838700" y="3886200"/>
              <a:ext cx="152400" cy="152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4876800" y="3810000"/>
              <a:ext cx="76200" cy="38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5029200" y="3924300"/>
              <a:ext cx="38100" cy="762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5334000" y="3429000"/>
              <a:ext cx="609600" cy="57150"/>
            </a:xfrm>
            <a:prstGeom prst="rect">
              <a:avLst/>
            </a:prstGeom>
            <a:solidFill>
              <a:srgbClr val="3B4670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5334000" y="3429000"/>
              <a:ext cx="419100" cy="571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5410200" y="3619500"/>
              <a:ext cx="457200" cy="152400"/>
            </a:xfrm>
            <a:prstGeom prst="rect">
              <a:avLst/>
            </a:prstGeom>
            <a:solidFill>
              <a:srgbClr val="8E86A8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5334000" y="3771900"/>
              <a:ext cx="609600" cy="609600"/>
            </a:xfrm>
            <a:prstGeom prst="rect">
              <a:avLst/>
            </a:prstGeom>
            <a:solidFill>
              <a:srgbClr val="8E86A8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5334000" y="4381500"/>
              <a:ext cx="152400" cy="152400"/>
            </a:xfrm>
            <a:prstGeom prst="rect">
              <a:avLst/>
            </a:prstGeom>
            <a:solidFill>
              <a:srgbClr val="8E86A8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5562600" y="4381500"/>
              <a:ext cx="152400" cy="152400"/>
            </a:xfrm>
            <a:prstGeom prst="rect">
              <a:avLst/>
            </a:prstGeom>
            <a:solidFill>
              <a:srgbClr val="8E86A8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5791200" y="4381500"/>
              <a:ext cx="152400" cy="152400"/>
            </a:xfrm>
            <a:prstGeom prst="rect">
              <a:avLst/>
            </a:prstGeom>
            <a:solidFill>
              <a:srgbClr val="8E86A8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5486400" y="3924300"/>
              <a:ext cx="76200" cy="76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5715000" y="3924300"/>
              <a:ext cx="76200" cy="76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5410200" y="4686300"/>
              <a:ext cx="457200" cy="38100"/>
            </a:xfrm>
            <a:prstGeom prst="rect">
              <a:avLst/>
            </a:prstGeom>
            <a:solidFill>
              <a:srgbClr val="0B1022">
                <a:alpha val="60000"/>
              </a:srgbClr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6477000" y="3695700"/>
              <a:ext cx="457200" cy="57150"/>
            </a:xfrm>
            <a:prstGeom prst="rect">
              <a:avLst/>
            </a:prstGeom>
            <a:solidFill>
              <a:srgbClr val="3B4670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6477000" y="3695700"/>
              <a:ext cx="190500" cy="571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6534150" y="3848100"/>
              <a:ext cx="342900" cy="114300"/>
            </a:xfrm>
            <a:prstGeom prst="rect">
              <a:avLst/>
            </a:prstGeom>
            <a:solidFill>
              <a:srgbClr val="8E86A8">
                <a:alpha val="80000"/>
              </a:srgbClr>
            </a:solidFill>
            <a:ln>
              <a:noFill/>
            </a:ln>
          </p:spPr>
        </p:sp>
        <p:sp>
          <p:nvSpPr>
            <p:cNvPr id="64" name="Rectangle 64"/>
            <p:cNvSpPr/>
            <p:nvPr/>
          </p:nvSpPr>
          <p:spPr>
            <a:xfrm>
              <a:off x="6477000" y="3962400"/>
              <a:ext cx="457200" cy="457200"/>
            </a:xfrm>
            <a:prstGeom prst="rect">
              <a:avLst/>
            </a:prstGeom>
            <a:solidFill>
              <a:srgbClr val="8E86A8">
                <a:alpha val="80000"/>
              </a:srgbClr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6477000" y="4419600"/>
              <a:ext cx="114300" cy="114300"/>
            </a:xfrm>
            <a:prstGeom prst="rect">
              <a:avLst/>
            </a:prstGeom>
            <a:solidFill>
              <a:srgbClr val="8E86A8">
                <a:alpha val="80000"/>
              </a:srgbClr>
            </a:solidFill>
            <a:ln>
              <a:noFill/>
            </a:ln>
          </p:spPr>
        </p:sp>
        <p:sp>
          <p:nvSpPr>
            <p:cNvPr id="66" name="Rectangle 66"/>
            <p:cNvSpPr/>
            <p:nvPr/>
          </p:nvSpPr>
          <p:spPr>
            <a:xfrm>
              <a:off x="6648450" y="4419600"/>
              <a:ext cx="114300" cy="114300"/>
            </a:xfrm>
            <a:prstGeom prst="rect">
              <a:avLst/>
            </a:prstGeom>
            <a:solidFill>
              <a:srgbClr val="8E86A8">
                <a:alpha val="80000"/>
              </a:srgbClr>
            </a:solidFill>
            <a:ln>
              <a:noFill/>
            </a:ln>
          </p:spPr>
        </p:sp>
        <p:sp>
          <p:nvSpPr>
            <p:cNvPr id="67" name="Rectangle 67"/>
            <p:cNvSpPr/>
            <p:nvPr/>
          </p:nvSpPr>
          <p:spPr>
            <a:xfrm>
              <a:off x="6819900" y="4419600"/>
              <a:ext cx="114300" cy="114300"/>
            </a:xfrm>
            <a:prstGeom prst="rect">
              <a:avLst/>
            </a:prstGeom>
            <a:solidFill>
              <a:srgbClr val="8E86A8">
                <a:alpha val="80000"/>
              </a:srgbClr>
            </a:solidFill>
            <a:ln>
              <a:noFill/>
            </a:ln>
          </p:spPr>
        </p:sp>
        <p:sp>
          <p:nvSpPr>
            <p:cNvPr id="68" name="Rectangle 68"/>
            <p:cNvSpPr/>
            <p:nvPr/>
          </p:nvSpPr>
          <p:spPr>
            <a:xfrm>
              <a:off x="6591300" y="4076700"/>
              <a:ext cx="57150" cy="571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69" name="Rectangle 69"/>
            <p:cNvSpPr/>
            <p:nvPr/>
          </p:nvSpPr>
          <p:spPr>
            <a:xfrm>
              <a:off x="6762750" y="4076700"/>
              <a:ext cx="57150" cy="571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70" name="Rectangle 70"/>
            <p:cNvSpPr/>
            <p:nvPr/>
          </p:nvSpPr>
          <p:spPr>
            <a:xfrm>
              <a:off x="6515100" y="4686300"/>
              <a:ext cx="381000" cy="38100"/>
            </a:xfrm>
            <a:prstGeom prst="rect">
              <a:avLst/>
            </a:prstGeom>
            <a:solidFill>
              <a:srgbClr val="0B1022">
                <a:alpha val="60000"/>
              </a:srgbClr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5757672" y="322326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幽影持续行动</a:t>
              </a:r>
            </a:p>
          </p:txBody>
        </p:sp>
        <p:grpSp>
          <p:nvGrpSpPr>
            <p:cNvPr id="85" name="hand-cards"/>
            <p:cNvGrpSpPr/>
            <p:nvPr/>
          </p:nvGrpSpPr>
          <p:grpSpPr>
            <a:xfrm>
              <a:off x="1066800" y="5143500"/>
              <a:ext cx="2843784" cy="876300"/>
              <a:chOff x="1066800" y="5143500"/>
              <a:chExt cx="2843784" cy="876300"/>
            </a:xfrm>
          </p:grpSpPr>
          <p:sp>
            <p:nvSpPr>
              <p:cNvPr id="72" name="Rectangle 72"/>
              <p:cNvSpPr/>
              <p:nvPr/>
            </p:nvSpPr>
            <p:spPr>
              <a:xfrm>
                <a:off x="1066800" y="5334000"/>
                <a:ext cx="533400" cy="685800"/>
              </a:xfrm>
              <a:prstGeom prst="roundRect">
                <a:avLst>
                  <a:gd name="adj" fmla="val 10714"/>
                </a:avLst>
              </a:prstGeom>
              <a:solidFill>
                <a:schemeClr val="dk1"/>
              </a:solidFill>
              <a:ln w="19050">
                <a:solidFill>
                  <a:schemeClr val="accent1"/>
                </a:solidFill>
              </a:ln>
            </p:spPr>
          </p:sp>
          <p:sp>
            <p:nvSpPr>
              <p:cNvPr id="73" name="Ellipse 73"/>
              <p:cNvSpPr/>
              <p:nvPr/>
            </p:nvSpPr>
            <p:spPr>
              <a:xfrm>
                <a:off x="1104900" y="5372100"/>
                <a:ext cx="114300" cy="114300"/>
              </a:xfrm>
              <a:prstGeom prst="ellipse">
                <a:avLst/>
              </a:prstGeom>
              <a:solidFill>
                <a:srgbClr val="D9573B"/>
              </a:solidFill>
              <a:ln>
                <a:noFill/>
              </a:ln>
            </p:spPr>
          </p:sp>
          <p:sp>
            <p:nvSpPr>
              <p:cNvPr id="74" name="Rectangle 74"/>
              <p:cNvSpPr/>
              <p:nvPr/>
            </p:nvSpPr>
            <p:spPr>
              <a:xfrm>
                <a:off x="1181100" y="5543550"/>
                <a:ext cx="304800" cy="266700"/>
              </a:xfrm>
              <a:prstGeom prst="rect">
                <a:avLst/>
              </a:prstGeom>
              <a:noFill/>
              <a:ln w="9525">
                <a:solidFill>
                  <a:schemeClr val="accent1"/>
                </a:solidFill>
              </a:ln>
            </p:spPr>
          </p:sp>
          <p:sp>
            <p:nvSpPr>
              <p:cNvPr id="75" name="Rectangle 75"/>
              <p:cNvSpPr/>
              <p:nvPr/>
            </p:nvSpPr>
            <p:spPr>
              <a:xfrm>
                <a:off x="1676400" y="5334000"/>
                <a:ext cx="533400" cy="685800"/>
              </a:xfrm>
              <a:prstGeom prst="roundRect">
                <a:avLst>
                  <a:gd name="adj" fmla="val 10714"/>
                </a:avLst>
              </a:prstGeom>
              <a:solidFill>
                <a:schemeClr val="dk1"/>
              </a:solidFill>
              <a:ln w="19050">
                <a:solidFill>
                  <a:schemeClr val="accent1"/>
                </a:solidFill>
              </a:ln>
            </p:spPr>
          </p:sp>
          <p:sp>
            <p:nvSpPr>
              <p:cNvPr id="76" name="Ellipse 76"/>
              <p:cNvSpPr/>
              <p:nvPr/>
            </p:nvSpPr>
            <p:spPr>
              <a:xfrm>
                <a:off x="1714500" y="5372100"/>
                <a:ext cx="114300" cy="114300"/>
              </a:xfrm>
              <a:prstGeom prst="ellipse">
                <a:avLst/>
              </a:prstGeom>
              <a:solidFill>
                <a:srgbClr val="4466D6"/>
              </a:solidFill>
              <a:ln>
                <a:noFill/>
              </a:ln>
            </p:spPr>
          </p:sp>
          <p:sp>
            <p:nvSpPr>
              <p:cNvPr id="77" name="Rectangle 77"/>
              <p:cNvSpPr/>
              <p:nvPr/>
            </p:nvSpPr>
            <p:spPr>
              <a:xfrm>
                <a:off x="1790700" y="5543550"/>
                <a:ext cx="304800" cy="266700"/>
              </a:xfrm>
              <a:prstGeom prst="rect">
                <a:avLst/>
              </a:prstGeom>
              <a:noFill/>
              <a:ln w="9525">
                <a:solidFill>
                  <a:schemeClr val="accent1"/>
                </a:solidFill>
              </a:ln>
            </p:spPr>
          </p:sp>
          <p:sp>
            <p:nvSpPr>
              <p:cNvPr id="78" name="Rectangle 78"/>
              <p:cNvSpPr/>
              <p:nvPr/>
            </p:nvSpPr>
            <p:spPr>
              <a:xfrm>
                <a:off x="2286000" y="5143500"/>
                <a:ext cx="533400" cy="685800"/>
              </a:xfrm>
              <a:prstGeom prst="roundRect">
                <a:avLst>
                  <a:gd name="adj" fmla="val 10714"/>
                </a:avLst>
              </a:prstGeom>
              <a:solidFill>
                <a:schemeClr val="dk1"/>
              </a:solidFill>
              <a:ln w="28575">
                <a:solidFill>
                  <a:schemeClr val="accent2"/>
                </a:solidFill>
              </a:ln>
            </p:spPr>
          </p:sp>
          <p:sp>
            <p:nvSpPr>
              <p:cNvPr id="79" name="Ellipse 79"/>
              <p:cNvSpPr/>
              <p:nvPr/>
            </p:nvSpPr>
            <p:spPr>
              <a:xfrm>
                <a:off x="2324100" y="5181600"/>
                <a:ext cx="114300" cy="1143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80" name="Rectangle 80"/>
              <p:cNvSpPr/>
              <p:nvPr/>
            </p:nvSpPr>
            <p:spPr>
              <a:xfrm>
                <a:off x="2400300" y="5353050"/>
                <a:ext cx="304800" cy="266700"/>
              </a:xfrm>
              <a:prstGeom prst="rect">
                <a:avLst/>
              </a:prstGeom>
              <a:noFill/>
              <a:ln w="9525">
                <a:solidFill>
                  <a:schemeClr val="accent1"/>
                </a:solidFill>
              </a:ln>
            </p:spPr>
          </p:sp>
          <p:sp>
            <p:nvSpPr>
              <p:cNvPr id="81" name="Rectangle 81"/>
              <p:cNvSpPr/>
              <p:nvPr/>
            </p:nvSpPr>
            <p:spPr>
              <a:xfrm>
                <a:off x="2895600" y="5334000"/>
                <a:ext cx="533400" cy="685800"/>
              </a:xfrm>
              <a:prstGeom prst="roundRect">
                <a:avLst>
                  <a:gd name="adj" fmla="val 10714"/>
                </a:avLst>
              </a:prstGeom>
              <a:solidFill>
                <a:schemeClr val="dk1"/>
              </a:solidFill>
              <a:ln w="19050">
                <a:solidFill>
                  <a:schemeClr val="accent1"/>
                </a:solidFill>
              </a:ln>
            </p:spPr>
          </p:sp>
          <p:sp>
            <p:nvSpPr>
              <p:cNvPr id="82" name="Ellipse 82"/>
              <p:cNvSpPr/>
              <p:nvPr/>
            </p:nvSpPr>
            <p:spPr>
              <a:xfrm>
                <a:off x="2933700" y="5372100"/>
                <a:ext cx="114300" cy="114300"/>
              </a:xfrm>
              <a:prstGeom prst="ellipse">
                <a:avLst/>
              </a:prstGeom>
              <a:solidFill>
                <a:srgbClr val="7C9B5C"/>
              </a:solidFill>
              <a:ln>
                <a:noFill/>
              </a:ln>
            </p:spPr>
          </p:sp>
          <p:sp>
            <p:nvSpPr>
              <p:cNvPr id="83" name="Rectangle 83"/>
              <p:cNvSpPr/>
              <p:nvPr/>
            </p:nvSpPr>
            <p:spPr>
              <a:xfrm>
                <a:off x="3009900" y="5543550"/>
                <a:ext cx="304800" cy="266700"/>
              </a:xfrm>
              <a:prstGeom prst="rect">
                <a:avLst/>
              </a:prstGeom>
              <a:noFill/>
              <a:ln w="9525">
                <a:solidFill>
                  <a:schemeClr val="accent1"/>
                </a:solidFill>
              </a:ln>
            </p:spPr>
          </p:sp>
          <p:sp>
            <p:nvSpPr>
              <p:cNvPr id="84" name="TextBox 84"/>
              <p:cNvSpPr txBox="1"/>
              <p:nvPr/>
            </p:nvSpPr>
            <p:spPr>
              <a:xfrm>
                <a:off x="3575304" y="5623560"/>
                <a:ext cx="33528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手牌</a:t>
                </a:r>
              </a:p>
            </p:txBody>
          </p:sp>
        </p:grpSp>
        <p:grpSp>
          <p:nvGrpSpPr>
            <p:cNvPr id="91" name="library-deck"/>
            <p:cNvGrpSpPr/>
            <p:nvPr/>
          </p:nvGrpSpPr>
          <p:grpSpPr>
            <a:xfrm>
              <a:off x="5477408" y="5257800"/>
              <a:ext cx="1723492" cy="742950"/>
              <a:chOff x="5477408" y="5257800"/>
              <a:chExt cx="1723492" cy="742950"/>
            </a:xfrm>
          </p:grpSpPr>
          <p:sp>
            <p:nvSpPr>
              <p:cNvPr id="86" name="Rectangle 86"/>
              <p:cNvSpPr/>
              <p:nvPr/>
            </p:nvSpPr>
            <p:spPr>
              <a:xfrm>
                <a:off x="6667500" y="5257800"/>
                <a:ext cx="533400" cy="685800"/>
              </a:xfrm>
              <a:prstGeom prst="roundRect">
                <a:avLst>
                  <a:gd name="adj" fmla="val 10714"/>
                </a:avLst>
              </a:prstGeom>
              <a:solidFill>
                <a:schemeClr val="accent5"/>
              </a:solidFill>
              <a:ln w="19050">
                <a:solidFill>
                  <a:schemeClr val="accent1"/>
                </a:solidFill>
              </a:ln>
            </p:spPr>
          </p:sp>
          <p:sp>
            <p:nvSpPr>
              <p:cNvPr id="87" name="Rectangle 87"/>
              <p:cNvSpPr/>
              <p:nvPr/>
            </p:nvSpPr>
            <p:spPr>
              <a:xfrm>
                <a:off x="6591300" y="5314950"/>
                <a:ext cx="533400" cy="685800"/>
              </a:xfrm>
              <a:prstGeom prst="roundRect">
                <a:avLst>
                  <a:gd name="adj" fmla="val 10714"/>
                </a:avLst>
              </a:prstGeom>
              <a:solidFill>
                <a:schemeClr val="accent5"/>
              </a:solidFill>
              <a:ln w="19050">
                <a:solidFill>
                  <a:schemeClr val="accent1"/>
                </a:solidFill>
              </a:ln>
            </p:spPr>
          </p:sp>
          <p:sp>
            <p:nvSpPr>
              <p:cNvPr id="88" name="Ellipse 88"/>
              <p:cNvSpPr/>
              <p:nvPr/>
            </p:nvSpPr>
            <p:spPr>
              <a:xfrm>
                <a:off x="6724650" y="5524500"/>
                <a:ext cx="266700" cy="266700"/>
              </a:xfrm>
              <a:prstGeom prst="ellipse">
                <a:avLst/>
              </a:pr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89" name="Line 89"/>
              <p:cNvSpPr/>
              <p:nvPr/>
            </p:nvSpPr>
            <p:spPr>
              <a:xfrm>
                <a:off x="6858000" y="5562600"/>
                <a:ext cx="9525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0">
                    <a:moveTo>
                      <a:pt x="0" y="9525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chemeClr val="accent2"/>
                </a:solidFill>
              </a:ln>
            </p:spPr>
          </p:sp>
          <p:sp>
            <p:nvSpPr>
              <p:cNvPr id="90" name="TextBox 90"/>
              <p:cNvSpPr txBox="1"/>
              <p:nvPr/>
            </p:nvSpPr>
            <p:spPr>
              <a:xfrm>
                <a:off x="5477408" y="5623560"/>
                <a:ext cx="100568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20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牌库 · 冷却中</a:t>
                </a:r>
              </a:p>
            </p:txBody>
          </p:sp>
        </p:grpSp>
        <p:sp>
          <p:nvSpPr>
            <p:cNvPr id="92" name="Freeform 92"/>
            <p:cNvSpPr/>
            <p:nvPr/>
          </p:nvSpPr>
          <p:spPr>
            <a:xfrm>
              <a:off x="5067300" y="4114800"/>
              <a:ext cx="1504950" cy="1104900"/>
            </a:xfrm>
            <a:custGeom>
              <a:avLst/>
              <a:gdLst/>
              <a:ahLst/>
              <a:cxnLst/>
              <a:rect l="l" t="t" r="r" b="b"/>
              <a:pathLst>
                <a:path w="1504950" h="1104900">
                  <a:moveTo>
                    <a:pt x="0" y="0"/>
                  </a:moveTo>
                  <a:cubicBezTo>
                    <a:pt x="647700" y="838200"/>
                    <a:pt x="1028700" y="361950"/>
                    <a:pt x="1504950" y="1104900"/>
                  </a:cubicBezTo>
                </a:path>
              </a:pathLst>
            </a:custGeom>
            <a:noFill/>
            <a:ln w="19050">
              <a:solidFill>
                <a:schemeClr val="accent2"/>
              </a:solidFill>
              <a:prstDash val="dash"/>
              <a:tailEnd type="triangle" w="lg" len="lg"/>
            </a:ln>
          </p:spPr>
        </p:sp>
      </p:grpSp>
      <p:grpSp>
        <p:nvGrpSpPr>
          <p:cNvPr id="122" name="combat-loop"/>
          <p:cNvGrpSpPr/>
          <p:nvPr/>
        </p:nvGrpSpPr>
        <p:grpSpPr>
          <a:xfrm>
            <a:off x="8077200" y="2063115"/>
            <a:ext cx="3505200" cy="3817811"/>
            <a:chOff x="8077200" y="2063115"/>
            <a:chExt cx="3505200" cy="3817811"/>
          </a:xfrm>
        </p:grpSpPr>
        <p:grpSp>
          <p:nvGrpSpPr>
            <p:cNvPr id="96" name="Group 96"/>
            <p:cNvGrpSpPr/>
            <p:nvPr/>
          </p:nvGrpSpPr>
          <p:grpSpPr>
            <a:xfrm>
              <a:off x="8102185" y="2071687"/>
              <a:ext cx="208384" cy="209999"/>
              <a:chOff x="8102185" y="2071687"/>
              <a:chExt cx="208384" cy="209999"/>
            </a:xfrm>
          </p:grpSpPr>
          <p:sp>
            <p:nvSpPr>
              <p:cNvPr id="94" name="Freeform 94"/>
              <p:cNvSpPr/>
              <p:nvPr/>
            </p:nvSpPr>
            <p:spPr>
              <a:xfrm>
                <a:off x="8109723" y="2155025"/>
                <a:ext cx="117510" cy="116694"/>
              </a:xfrm>
              <a:custGeom>
                <a:avLst/>
                <a:gdLst/>
                <a:ahLst/>
                <a:cxnLst/>
                <a:rect l="l" t="t" r="r" b="b"/>
                <a:pathLst>
                  <a:path w="117510" h="116694">
                    <a:moveTo>
                      <a:pt x="115058" y="92726"/>
                    </a:moveTo>
                    <a:lnTo>
                      <a:pt x="101869" y="105916"/>
                    </a:lnTo>
                    <a:cubicBezTo>
                      <a:pt x="100305" y="107481"/>
                      <a:pt x="98184" y="108360"/>
                      <a:pt x="95972" y="108360"/>
                    </a:cubicBezTo>
                    <a:cubicBezTo>
                      <a:pt x="93760" y="108360"/>
                      <a:pt x="91639" y="107481"/>
                      <a:pt x="90076" y="105916"/>
                    </a:cubicBezTo>
                    <a:lnTo>
                      <a:pt x="63322" y="79183"/>
                    </a:lnTo>
                    <a:lnTo>
                      <a:pt x="28266" y="114250"/>
                    </a:lnTo>
                    <a:cubicBezTo>
                      <a:pt x="26702" y="115815"/>
                      <a:pt x="24581" y="116694"/>
                      <a:pt x="22369" y="116694"/>
                    </a:cubicBezTo>
                    <a:cubicBezTo>
                      <a:pt x="20157" y="116694"/>
                      <a:pt x="18036" y="115815"/>
                      <a:pt x="16473" y="114250"/>
                    </a:cubicBezTo>
                    <a:lnTo>
                      <a:pt x="3252" y="101061"/>
                    </a:lnTo>
                    <a:cubicBezTo>
                      <a:pt x="0" y="97807"/>
                      <a:pt x="0" y="92532"/>
                      <a:pt x="3252" y="89278"/>
                    </a:cubicBezTo>
                    <a:lnTo>
                      <a:pt x="38319" y="54180"/>
                    </a:lnTo>
                    <a:lnTo>
                      <a:pt x="11587" y="27468"/>
                    </a:lnTo>
                    <a:cubicBezTo>
                      <a:pt x="10022" y="25905"/>
                      <a:pt x="9142" y="23784"/>
                      <a:pt x="9142" y="21572"/>
                    </a:cubicBezTo>
                    <a:cubicBezTo>
                      <a:pt x="9142" y="19360"/>
                      <a:pt x="10022" y="17238"/>
                      <a:pt x="11587" y="15675"/>
                    </a:cubicBezTo>
                    <a:lnTo>
                      <a:pt x="24776" y="2444"/>
                    </a:lnTo>
                    <a:cubicBezTo>
                      <a:pt x="26339" y="879"/>
                      <a:pt x="28460" y="0"/>
                      <a:pt x="30672" y="0"/>
                    </a:cubicBezTo>
                    <a:cubicBezTo>
                      <a:pt x="32884" y="0"/>
                      <a:pt x="35006" y="879"/>
                      <a:pt x="36569" y="2444"/>
                    </a:cubicBezTo>
                    <a:lnTo>
                      <a:pt x="115016" y="80892"/>
                    </a:lnTo>
                    <a:cubicBezTo>
                      <a:pt x="116599" y="82451"/>
                      <a:pt x="117494" y="84578"/>
                      <a:pt x="117502" y="86800"/>
                    </a:cubicBezTo>
                    <a:cubicBezTo>
                      <a:pt x="117510" y="89023"/>
                      <a:pt x="116630" y="91156"/>
                      <a:pt x="115058" y="92726"/>
                    </a:cubicBezTo>
                    <a:close/>
                  </a:path>
                </a:pathLst>
              </a:custGeom>
              <a:solidFill>
                <a:schemeClr val="accent3">
                  <a:alpha val="20000"/>
                </a:schemeClr>
              </a:solidFill>
              <a:ln>
                <a:noFill/>
              </a:ln>
            </p:spPr>
          </p:sp>
          <p:sp>
            <p:nvSpPr>
              <p:cNvPr id="95" name="Freeform 95"/>
              <p:cNvSpPr/>
              <p:nvPr/>
            </p:nvSpPr>
            <p:spPr>
              <a:xfrm>
                <a:off x="8102185" y="2071687"/>
                <a:ext cx="208384" cy="209999"/>
              </a:xfrm>
              <a:custGeom>
                <a:avLst/>
                <a:gdLst/>
                <a:ahLst/>
                <a:cxnLst/>
                <a:rect l="l" t="t" r="r" b="b"/>
                <a:pathLst>
                  <a:path w="208384" h="209999">
                    <a:moveTo>
                      <a:pt x="200043" y="0"/>
                    </a:moveTo>
                    <a:lnTo>
                      <a:pt x="133368" y="0"/>
                    </a:lnTo>
                    <a:cubicBezTo>
                      <a:pt x="130782" y="0"/>
                      <a:pt x="128341" y="1201"/>
                      <a:pt x="126763" y="3251"/>
                    </a:cubicBezTo>
                    <a:lnTo>
                      <a:pt x="60088" y="89939"/>
                    </a:lnTo>
                    <a:lnTo>
                      <a:pt x="50025" y="79896"/>
                    </a:lnTo>
                    <a:cubicBezTo>
                      <a:pt x="46898" y="76766"/>
                      <a:pt x="42655" y="75007"/>
                      <a:pt x="38231" y="75007"/>
                    </a:cubicBezTo>
                    <a:cubicBezTo>
                      <a:pt x="33807" y="75007"/>
                      <a:pt x="29565" y="76766"/>
                      <a:pt x="26438" y="79896"/>
                    </a:cubicBezTo>
                    <a:lnTo>
                      <a:pt x="13218" y="93126"/>
                    </a:lnTo>
                    <a:cubicBezTo>
                      <a:pt x="10091" y="96253"/>
                      <a:pt x="8334" y="100493"/>
                      <a:pt x="8334" y="104914"/>
                    </a:cubicBezTo>
                    <a:cubicBezTo>
                      <a:pt x="8334" y="109336"/>
                      <a:pt x="10091" y="113576"/>
                      <a:pt x="13218" y="116702"/>
                    </a:cubicBezTo>
                    <a:lnTo>
                      <a:pt x="34054" y="137538"/>
                    </a:lnTo>
                    <a:lnTo>
                      <a:pt x="4884" y="166709"/>
                    </a:lnTo>
                    <a:cubicBezTo>
                      <a:pt x="1757" y="169835"/>
                      <a:pt x="0" y="174075"/>
                      <a:pt x="0" y="178497"/>
                    </a:cubicBezTo>
                    <a:cubicBezTo>
                      <a:pt x="0" y="182918"/>
                      <a:pt x="1757" y="187158"/>
                      <a:pt x="4884" y="190284"/>
                    </a:cubicBezTo>
                    <a:lnTo>
                      <a:pt x="18104" y="203494"/>
                    </a:lnTo>
                    <a:cubicBezTo>
                      <a:pt x="24613" y="209999"/>
                      <a:pt x="35161" y="209999"/>
                      <a:pt x="41669" y="203494"/>
                    </a:cubicBezTo>
                    <a:lnTo>
                      <a:pt x="70840" y="174324"/>
                    </a:lnTo>
                    <a:lnTo>
                      <a:pt x="91676" y="195160"/>
                    </a:lnTo>
                    <a:cubicBezTo>
                      <a:pt x="94802" y="198290"/>
                      <a:pt x="99045" y="200049"/>
                      <a:pt x="103469" y="200049"/>
                    </a:cubicBezTo>
                    <a:cubicBezTo>
                      <a:pt x="107893" y="200049"/>
                      <a:pt x="112135" y="198290"/>
                      <a:pt x="115262" y="195160"/>
                    </a:cubicBezTo>
                    <a:lnTo>
                      <a:pt x="128482" y="181929"/>
                    </a:lnTo>
                    <a:cubicBezTo>
                      <a:pt x="131609" y="178803"/>
                      <a:pt x="133366" y="174563"/>
                      <a:pt x="133366" y="170141"/>
                    </a:cubicBezTo>
                    <a:cubicBezTo>
                      <a:pt x="133366" y="165720"/>
                      <a:pt x="131609" y="161479"/>
                      <a:pt x="128482" y="158353"/>
                    </a:cubicBezTo>
                    <a:lnTo>
                      <a:pt x="118439" y="148310"/>
                    </a:lnTo>
                    <a:lnTo>
                      <a:pt x="205127" y="81635"/>
                    </a:lnTo>
                    <a:cubicBezTo>
                      <a:pt x="207183" y="80053"/>
                      <a:pt x="208384" y="77604"/>
                      <a:pt x="208378" y="75010"/>
                    </a:cubicBezTo>
                    <a:lnTo>
                      <a:pt x="208378" y="8335"/>
                    </a:lnTo>
                    <a:cubicBezTo>
                      <a:pt x="208378" y="3732"/>
                      <a:pt x="204646" y="0"/>
                      <a:pt x="200043" y="0"/>
                    </a:cubicBezTo>
                    <a:close/>
                    <a:moveTo>
                      <a:pt x="29907" y="191691"/>
                    </a:moveTo>
                    <a:lnTo>
                      <a:pt x="16687" y="178481"/>
                    </a:lnTo>
                    <a:lnTo>
                      <a:pt x="45857" y="149311"/>
                    </a:lnTo>
                    <a:lnTo>
                      <a:pt x="59067" y="162521"/>
                    </a:lnTo>
                    <a:close/>
                    <a:moveTo>
                      <a:pt x="103469" y="183357"/>
                    </a:moveTo>
                    <a:lnTo>
                      <a:pt x="25021" y="104920"/>
                    </a:lnTo>
                    <a:lnTo>
                      <a:pt x="38252" y="91678"/>
                    </a:lnTo>
                    <a:lnTo>
                      <a:pt x="116700" y="170136"/>
                    </a:lnTo>
                    <a:close/>
                    <a:moveTo>
                      <a:pt x="191709" y="70905"/>
                    </a:moveTo>
                    <a:lnTo>
                      <a:pt x="106552" y="136413"/>
                    </a:lnTo>
                    <a:lnTo>
                      <a:pt x="95155" y="125016"/>
                    </a:lnTo>
                    <a:lnTo>
                      <a:pt x="147599" y="72572"/>
                    </a:lnTo>
                    <a:cubicBezTo>
                      <a:pt x="150853" y="69315"/>
                      <a:pt x="150851" y="64038"/>
                      <a:pt x="147594" y="60784"/>
                    </a:cubicBezTo>
                    <a:cubicBezTo>
                      <a:pt x="144337" y="57530"/>
                      <a:pt x="139060" y="57533"/>
                      <a:pt x="135806" y="60789"/>
                    </a:cubicBezTo>
                    <a:lnTo>
                      <a:pt x="83362" y="113223"/>
                    </a:lnTo>
                    <a:lnTo>
                      <a:pt x="71975" y="101825"/>
                    </a:lnTo>
                    <a:lnTo>
                      <a:pt x="137473" y="16669"/>
                    </a:lnTo>
                    <a:lnTo>
                      <a:pt x="191709" y="16669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</p:sp>
        </p:grpSp>
        <p:sp>
          <p:nvSpPr>
            <p:cNvPr id="97" name="TextBox 97"/>
            <p:cNvSpPr txBox="1"/>
            <p:nvPr/>
          </p:nvSpPr>
          <p:spPr>
            <a:xfrm>
              <a:off x="8430006" y="2063115"/>
              <a:ext cx="292608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敌人持续行动，战斗不停顿</a:t>
              </a:r>
            </a:p>
          </p:txBody>
        </p:sp>
        <p:sp>
          <p:nvSpPr>
            <p:cNvPr id="98" name="Line 98"/>
            <p:cNvSpPr/>
            <p:nvPr/>
          </p:nvSpPr>
          <p:spPr>
            <a:xfrm>
              <a:off x="8077200" y="2514600"/>
              <a:ext cx="3505200" cy="9525"/>
            </a:xfrm>
            <a:custGeom>
              <a:avLst/>
              <a:gdLst/>
              <a:ahLst/>
              <a:cxnLst/>
              <a:rect l="l" t="t" r="r" b="b"/>
              <a:pathLst>
                <a:path w="3505200" h="9525">
                  <a:moveTo>
                    <a:pt x="0" y="0"/>
                  </a:moveTo>
                  <a:lnTo>
                    <a:pt x="3505200" y="0"/>
                  </a:lnTo>
                </a:path>
              </a:pathLst>
            </a:custGeom>
            <a:noFill/>
            <a:ln w="9525">
              <a:solidFill>
                <a:srgbClr val="3B4670"/>
              </a:solidFill>
            </a:ln>
          </p:spPr>
        </p:sp>
        <p:sp>
          <p:nvSpPr>
            <p:cNvPr id="99" name="Line 99"/>
            <p:cNvSpPr/>
            <p:nvPr/>
          </p:nvSpPr>
          <p:spPr>
            <a:xfrm>
              <a:off x="8420100" y="3143250"/>
              <a:ext cx="9525" cy="1809750"/>
            </a:xfrm>
            <a:custGeom>
              <a:avLst/>
              <a:gdLst/>
              <a:ahLst/>
              <a:cxnLst/>
              <a:rect l="l" t="t" r="r" b="b"/>
              <a:pathLst>
                <a:path w="9525" h="1809750">
                  <a:moveTo>
                    <a:pt x="0" y="0"/>
                  </a:moveTo>
                  <a:lnTo>
                    <a:pt x="0" y="180975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100" name="Freeform 100"/>
            <p:cNvSpPr/>
            <p:nvPr/>
          </p:nvSpPr>
          <p:spPr>
            <a:xfrm>
              <a:off x="8077200" y="2971800"/>
              <a:ext cx="171450" cy="2152650"/>
            </a:xfrm>
            <a:custGeom>
              <a:avLst/>
              <a:gdLst/>
              <a:ahLst/>
              <a:cxnLst/>
              <a:rect l="l" t="t" r="r" b="b"/>
              <a:pathLst>
                <a:path w="171450" h="2152650">
                  <a:moveTo>
                    <a:pt x="171450" y="2152650"/>
                  </a:moveTo>
                  <a:lnTo>
                    <a:pt x="0" y="2152650"/>
                  </a:lnTo>
                  <a:lnTo>
                    <a:pt x="0" y="0"/>
                  </a:lnTo>
                  <a:lnTo>
                    <a:pt x="13335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  <a:prstDash val="dash"/>
              <a:tailEnd type="triangle" w="lg" len="lg"/>
            </a:ln>
          </p:spPr>
        </p:sp>
        <p:grpSp>
          <p:nvGrpSpPr>
            <p:cNvPr id="107" name="step-select"/>
            <p:cNvGrpSpPr/>
            <p:nvPr/>
          </p:nvGrpSpPr>
          <p:grpSpPr>
            <a:xfrm>
              <a:off x="8248650" y="2800350"/>
              <a:ext cx="3065526" cy="670751"/>
              <a:chOff x="8248650" y="2800350"/>
              <a:chExt cx="3065526" cy="670751"/>
            </a:xfrm>
          </p:grpSpPr>
          <p:sp>
            <p:nvSpPr>
              <p:cNvPr id="101" name="Ellipse 101"/>
              <p:cNvSpPr/>
              <p:nvPr/>
            </p:nvSpPr>
            <p:spPr>
              <a:xfrm>
                <a:off x="8248650" y="2800350"/>
                <a:ext cx="342900" cy="342900"/>
              </a:xfrm>
              <a:prstGeom prst="ellipse">
                <a:avLst/>
              </a:prstGeom>
              <a:solidFill>
                <a:schemeClr val="lt1"/>
              </a:solidFill>
              <a:ln w="19050">
                <a:solidFill>
                  <a:schemeClr val="accent2"/>
                </a:solidFill>
              </a:ln>
            </p:spPr>
          </p:sp>
          <p:grpSp>
            <p:nvGrpSpPr>
              <p:cNvPr id="104" name="Group 104"/>
              <p:cNvGrpSpPr/>
              <p:nvPr/>
            </p:nvGrpSpPr>
            <p:grpSpPr>
              <a:xfrm>
                <a:off x="8355806" y="2878931"/>
                <a:ext cx="128588" cy="185738"/>
                <a:chOff x="8355806" y="2878931"/>
                <a:chExt cx="128588" cy="185738"/>
              </a:xfrm>
            </p:grpSpPr>
            <p:sp>
              <p:nvSpPr>
                <p:cNvPr id="102" name="Freeform 102"/>
                <p:cNvSpPr/>
                <p:nvPr/>
              </p:nvSpPr>
              <p:spPr>
                <a:xfrm>
                  <a:off x="8362950" y="2886075"/>
                  <a:ext cx="114300" cy="17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00" h="171450">
                      <a:moveTo>
                        <a:pt x="111460" y="44648"/>
                      </a:moveTo>
                      <a:lnTo>
                        <a:pt x="57150" y="85725"/>
                      </a:lnTo>
                      <a:lnTo>
                        <a:pt x="2857" y="45006"/>
                      </a:lnTo>
                      <a:cubicBezTo>
                        <a:pt x="1059" y="43656"/>
                        <a:pt x="0" y="41539"/>
                        <a:pt x="0" y="39291"/>
                      </a:cubicBezTo>
                      <a:lnTo>
                        <a:pt x="0" y="7144"/>
                      </a:lnTo>
                      <a:cubicBezTo>
                        <a:pt x="0" y="3198"/>
                        <a:pt x="3198" y="0"/>
                        <a:pt x="7144" y="0"/>
                      </a:cubicBezTo>
                      <a:lnTo>
                        <a:pt x="107156" y="0"/>
                      </a:lnTo>
                      <a:cubicBezTo>
                        <a:pt x="111102" y="0"/>
                        <a:pt x="114300" y="3198"/>
                        <a:pt x="114300" y="7144"/>
                      </a:cubicBezTo>
                      <a:lnTo>
                        <a:pt x="114300" y="38969"/>
                      </a:lnTo>
                      <a:cubicBezTo>
                        <a:pt x="114293" y="41202"/>
                        <a:pt x="113242" y="43303"/>
                        <a:pt x="111460" y="44648"/>
                      </a:cubicBezTo>
                      <a:close/>
                      <a:moveTo>
                        <a:pt x="0" y="132159"/>
                      </a:moveTo>
                      <a:lnTo>
                        <a:pt x="0" y="164306"/>
                      </a:lnTo>
                      <a:cubicBezTo>
                        <a:pt x="0" y="168252"/>
                        <a:pt x="3198" y="171450"/>
                        <a:pt x="7144" y="171450"/>
                      </a:cubicBezTo>
                      <a:lnTo>
                        <a:pt x="107156" y="171450"/>
                      </a:lnTo>
                      <a:cubicBezTo>
                        <a:pt x="111102" y="171450"/>
                        <a:pt x="114300" y="168252"/>
                        <a:pt x="114300" y="164306"/>
                      </a:cubicBezTo>
                      <a:lnTo>
                        <a:pt x="114300" y="132481"/>
                      </a:lnTo>
                      <a:cubicBezTo>
                        <a:pt x="114299" y="130242"/>
                        <a:pt x="113247" y="128133"/>
                        <a:pt x="111460" y="126784"/>
                      </a:cubicBezTo>
                      <a:lnTo>
                        <a:pt x="57150" y="85725"/>
                      </a:lnTo>
                      <a:lnTo>
                        <a:pt x="2857" y="126444"/>
                      </a:lnTo>
                      <a:cubicBezTo>
                        <a:pt x="1059" y="127794"/>
                        <a:pt x="0" y="129911"/>
                        <a:pt x="0" y="132159"/>
                      </a:cubicBezTo>
                      <a:close/>
                    </a:path>
                  </a:pathLst>
                </a:custGeom>
                <a:solidFill>
                  <a:schemeClr val="accent2">
                    <a:alpha val="20000"/>
                  </a:schemeClr>
                </a:solidFill>
                <a:ln>
                  <a:noFill/>
                </a:ln>
              </p:spPr>
            </p:sp>
            <p:sp>
              <p:nvSpPr>
                <p:cNvPr id="103" name="Freeform 103"/>
                <p:cNvSpPr/>
                <p:nvPr/>
              </p:nvSpPr>
              <p:spPr>
                <a:xfrm>
                  <a:off x="8355806" y="2878931"/>
                  <a:ext cx="128588" cy="1857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8588" h="185738">
                      <a:moveTo>
                        <a:pt x="128588" y="46113"/>
                      </a:moveTo>
                      <a:lnTo>
                        <a:pt x="128588" y="14288"/>
                      </a:lnTo>
                      <a:cubicBezTo>
                        <a:pt x="128588" y="6397"/>
                        <a:pt x="122191" y="0"/>
                        <a:pt x="114300" y="0"/>
                      </a:cubicBezTo>
                      <a:lnTo>
                        <a:pt x="14288" y="0"/>
                      </a:lnTo>
                      <a:cubicBezTo>
                        <a:pt x="6397" y="0"/>
                        <a:pt x="0" y="6397"/>
                        <a:pt x="0" y="14288"/>
                      </a:cubicBezTo>
                      <a:lnTo>
                        <a:pt x="0" y="46434"/>
                      </a:lnTo>
                      <a:cubicBezTo>
                        <a:pt x="10" y="50929"/>
                        <a:pt x="2125" y="55160"/>
                        <a:pt x="5715" y="57864"/>
                      </a:cubicBezTo>
                      <a:lnTo>
                        <a:pt x="52390" y="92869"/>
                      </a:lnTo>
                      <a:lnTo>
                        <a:pt x="5715" y="127873"/>
                      </a:lnTo>
                      <a:cubicBezTo>
                        <a:pt x="2125" y="130578"/>
                        <a:pt x="10" y="134808"/>
                        <a:pt x="0" y="139303"/>
                      </a:cubicBezTo>
                      <a:lnTo>
                        <a:pt x="0" y="171450"/>
                      </a:lnTo>
                      <a:cubicBezTo>
                        <a:pt x="0" y="179341"/>
                        <a:pt x="6397" y="185738"/>
                        <a:pt x="14288" y="185738"/>
                      </a:cubicBezTo>
                      <a:lnTo>
                        <a:pt x="114300" y="185738"/>
                      </a:lnTo>
                      <a:cubicBezTo>
                        <a:pt x="122191" y="185738"/>
                        <a:pt x="128588" y="179341"/>
                        <a:pt x="128588" y="171450"/>
                      </a:cubicBezTo>
                      <a:lnTo>
                        <a:pt x="128588" y="139625"/>
                      </a:lnTo>
                      <a:cubicBezTo>
                        <a:pt x="128577" y="135148"/>
                        <a:pt x="126481" y="130931"/>
                        <a:pt x="122917" y="128221"/>
                      </a:cubicBezTo>
                      <a:lnTo>
                        <a:pt x="76143" y="92869"/>
                      </a:lnTo>
                      <a:lnTo>
                        <a:pt x="122917" y="57516"/>
                      </a:lnTo>
                      <a:cubicBezTo>
                        <a:pt x="126481" y="54806"/>
                        <a:pt x="128577" y="50590"/>
                        <a:pt x="128588" y="46113"/>
                      </a:cubicBezTo>
                      <a:close/>
                      <a:moveTo>
                        <a:pt x="114300" y="171450"/>
                      </a:moveTo>
                      <a:lnTo>
                        <a:pt x="14288" y="171450"/>
                      </a:lnTo>
                      <a:lnTo>
                        <a:pt x="14288" y="139303"/>
                      </a:lnTo>
                      <a:lnTo>
                        <a:pt x="64294" y="101798"/>
                      </a:lnTo>
                      <a:lnTo>
                        <a:pt x="114300" y="139616"/>
                      </a:lnTo>
                      <a:close/>
                      <a:moveTo>
                        <a:pt x="114300" y="46113"/>
                      </a:moveTo>
                      <a:lnTo>
                        <a:pt x="64294" y="83939"/>
                      </a:lnTo>
                      <a:lnTo>
                        <a:pt x="14288" y="46434"/>
                      </a:lnTo>
                      <a:lnTo>
                        <a:pt x="14288" y="14288"/>
                      </a:lnTo>
                      <a:lnTo>
                        <a:pt x="114300" y="14288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</p:sp>
          </p:grpSp>
          <p:sp>
            <p:nvSpPr>
              <p:cNvPr id="105" name="TextBox 105"/>
              <p:cNvSpPr txBox="1"/>
              <p:nvPr/>
            </p:nvSpPr>
            <p:spPr>
              <a:xfrm>
                <a:off x="8753856" y="2853690"/>
                <a:ext cx="50292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选牌</a:t>
                </a:r>
              </a:p>
            </p:txBody>
          </p:sp>
          <p:sp>
            <p:nvSpPr>
              <p:cNvPr id="106" name="TextBox 106"/>
              <p:cNvSpPr txBox="1"/>
              <p:nvPr/>
            </p:nvSpPr>
            <p:spPr>
              <a:xfrm>
                <a:off x="8756142" y="3207068"/>
                <a:ext cx="255803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选牌时战场放缓，留出思考时间</a:t>
                </a:r>
              </a:p>
            </p:txBody>
          </p:sp>
        </p:grpSp>
        <p:grpSp>
          <p:nvGrpSpPr>
            <p:cNvPr id="114" name="step-play"/>
            <p:cNvGrpSpPr/>
            <p:nvPr/>
          </p:nvGrpSpPr>
          <p:grpSpPr>
            <a:xfrm>
              <a:off x="8248650" y="3876675"/>
              <a:ext cx="2702052" cy="670750"/>
              <a:chOff x="8248650" y="3876675"/>
              <a:chExt cx="2702052" cy="670750"/>
            </a:xfrm>
          </p:grpSpPr>
          <p:sp>
            <p:nvSpPr>
              <p:cNvPr id="108" name="Ellipse 108"/>
              <p:cNvSpPr/>
              <p:nvPr/>
            </p:nvSpPr>
            <p:spPr>
              <a:xfrm>
                <a:off x="8248650" y="3876675"/>
                <a:ext cx="342900" cy="342900"/>
              </a:xfrm>
              <a:prstGeom prst="ellipse">
                <a:avLst/>
              </a:prstGeom>
              <a:solidFill>
                <a:schemeClr val="lt1"/>
              </a:solidFill>
              <a:ln w="19050">
                <a:solidFill>
                  <a:schemeClr val="accent2"/>
                </a:solidFill>
              </a:ln>
            </p:spPr>
          </p:sp>
          <p:grpSp>
            <p:nvGrpSpPr>
              <p:cNvPr id="111" name="Group 111"/>
              <p:cNvGrpSpPr/>
              <p:nvPr/>
            </p:nvGrpSpPr>
            <p:grpSpPr>
              <a:xfrm>
                <a:off x="8341121" y="3940338"/>
                <a:ext cx="157910" cy="215574"/>
                <a:chOff x="8341121" y="3940338"/>
                <a:chExt cx="157910" cy="215574"/>
              </a:xfrm>
            </p:grpSpPr>
            <p:sp>
              <p:nvSpPr>
                <p:cNvPr id="109" name="Freeform 109"/>
                <p:cNvSpPr/>
                <p:nvPr/>
              </p:nvSpPr>
              <p:spPr>
                <a:xfrm>
                  <a:off x="8348662" y="3948112"/>
                  <a:ext cx="142875" cy="200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875" h="200025">
                      <a:moveTo>
                        <a:pt x="42862" y="200025"/>
                      </a:moveTo>
                      <a:lnTo>
                        <a:pt x="57150" y="128588"/>
                      </a:lnTo>
                      <a:lnTo>
                        <a:pt x="0" y="107156"/>
                      </a:lnTo>
                      <a:lnTo>
                        <a:pt x="100012" y="0"/>
                      </a:lnTo>
                      <a:lnTo>
                        <a:pt x="85725" y="71438"/>
                      </a:lnTo>
                      <a:lnTo>
                        <a:pt x="142875" y="92869"/>
                      </a:lnTo>
                      <a:close/>
                    </a:path>
                  </a:pathLst>
                </a:custGeom>
                <a:solidFill>
                  <a:schemeClr val="accent2">
                    <a:alpha val="20000"/>
                  </a:schemeClr>
                </a:solidFill>
                <a:ln>
                  <a:noFill/>
                </a:ln>
              </p:spPr>
            </p:sp>
            <p:sp>
              <p:nvSpPr>
                <p:cNvPr id="110" name="Freeform 110"/>
                <p:cNvSpPr/>
                <p:nvPr/>
              </p:nvSpPr>
              <p:spPr>
                <a:xfrm>
                  <a:off x="8341121" y="3940338"/>
                  <a:ext cx="157910" cy="2155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7910" h="215574">
                      <a:moveTo>
                        <a:pt x="157373" y="99009"/>
                      </a:moveTo>
                      <a:cubicBezTo>
                        <a:pt x="156824" y="96684"/>
                        <a:pt x="155148" y="94787"/>
                        <a:pt x="152908" y="93955"/>
                      </a:cubicBezTo>
                      <a:lnTo>
                        <a:pt x="101464" y="74658"/>
                      </a:lnTo>
                      <a:lnTo>
                        <a:pt x="114555" y="9176"/>
                      </a:lnTo>
                      <a:cubicBezTo>
                        <a:pt x="115164" y="6051"/>
                        <a:pt x="113631" y="2899"/>
                        <a:pt x="110796" y="1450"/>
                      </a:cubicBezTo>
                      <a:cubicBezTo>
                        <a:pt x="107960" y="0"/>
                        <a:pt x="104508" y="602"/>
                        <a:pt x="102331" y="2926"/>
                      </a:cubicBezTo>
                      <a:lnTo>
                        <a:pt x="2318" y="110082"/>
                      </a:lnTo>
                      <a:cubicBezTo>
                        <a:pt x="668" y="111820"/>
                        <a:pt x="0" y="114270"/>
                        <a:pt x="539" y="116606"/>
                      </a:cubicBezTo>
                      <a:cubicBezTo>
                        <a:pt x="1078" y="118941"/>
                        <a:pt x="2752" y="120851"/>
                        <a:pt x="4997" y="121690"/>
                      </a:cubicBezTo>
                      <a:lnTo>
                        <a:pt x="56459" y="140988"/>
                      </a:lnTo>
                      <a:lnTo>
                        <a:pt x="43404" y="206397"/>
                      </a:lnTo>
                      <a:cubicBezTo>
                        <a:pt x="42795" y="209523"/>
                        <a:pt x="44328" y="212674"/>
                        <a:pt x="47163" y="214124"/>
                      </a:cubicBezTo>
                      <a:cubicBezTo>
                        <a:pt x="49998" y="215574"/>
                        <a:pt x="53451" y="214972"/>
                        <a:pt x="55628" y="212648"/>
                      </a:cubicBezTo>
                      <a:lnTo>
                        <a:pt x="155641" y="105492"/>
                      </a:lnTo>
                      <a:cubicBezTo>
                        <a:pt x="157260" y="103754"/>
                        <a:pt x="157910" y="101324"/>
                        <a:pt x="157373" y="99009"/>
                      </a:cubicBezTo>
                      <a:close/>
                      <a:moveTo>
                        <a:pt x="62343" y="184582"/>
                      </a:moveTo>
                      <a:lnTo>
                        <a:pt x="71693" y="137809"/>
                      </a:lnTo>
                      <a:cubicBezTo>
                        <a:pt x="72384" y="134383"/>
                        <a:pt x="70495" y="130960"/>
                        <a:pt x="67228" y="129718"/>
                      </a:cubicBezTo>
                      <a:lnTo>
                        <a:pt x="20043" y="111993"/>
                      </a:lnTo>
                      <a:lnTo>
                        <a:pt x="95606" y="31036"/>
                      </a:lnTo>
                      <a:lnTo>
                        <a:pt x="86266" y="77810"/>
                      </a:lnTo>
                      <a:cubicBezTo>
                        <a:pt x="85575" y="81236"/>
                        <a:pt x="87464" y="84659"/>
                        <a:pt x="90731" y="85900"/>
                      </a:cubicBezTo>
                      <a:lnTo>
                        <a:pt x="137880" y="10358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</p:sp>
          </p:grpSp>
          <p:sp>
            <p:nvSpPr>
              <p:cNvPr id="112" name="TextBox 112"/>
              <p:cNvSpPr txBox="1"/>
              <p:nvPr/>
            </p:nvSpPr>
            <p:spPr>
              <a:xfrm>
                <a:off x="8753856" y="3930015"/>
                <a:ext cx="50292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出牌</a:t>
                </a:r>
              </a:p>
            </p:txBody>
          </p:sp>
          <p:sp>
            <p:nvSpPr>
              <p:cNvPr id="113" name="TextBox 113"/>
              <p:cNvSpPr txBox="1"/>
              <p:nvPr/>
            </p:nvSpPr>
            <p:spPr>
              <a:xfrm>
                <a:off x="8756142" y="4283392"/>
                <a:ext cx="219456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卡牌即招式，打出立即生效</a:t>
                </a:r>
              </a:p>
            </p:txBody>
          </p:sp>
        </p:grpSp>
        <p:grpSp>
          <p:nvGrpSpPr>
            <p:cNvPr id="121" name="step-cooldown"/>
            <p:cNvGrpSpPr/>
            <p:nvPr/>
          </p:nvGrpSpPr>
          <p:grpSpPr>
            <a:xfrm>
              <a:off x="8248650" y="4953000"/>
              <a:ext cx="2407158" cy="927926"/>
              <a:chOff x="8248650" y="4953000"/>
              <a:chExt cx="2407158" cy="927926"/>
            </a:xfrm>
          </p:grpSpPr>
          <p:sp>
            <p:nvSpPr>
              <p:cNvPr id="115" name="Ellipse 115"/>
              <p:cNvSpPr/>
              <p:nvPr/>
            </p:nvSpPr>
            <p:spPr>
              <a:xfrm>
                <a:off x="8248650" y="4953000"/>
                <a:ext cx="342900" cy="342900"/>
              </a:xfrm>
              <a:prstGeom prst="ellipse">
                <a:avLst/>
              </a:prstGeom>
              <a:solidFill>
                <a:schemeClr val="lt1"/>
              </a:solidFill>
              <a:ln w="19050">
                <a:solidFill>
                  <a:schemeClr val="accent2"/>
                </a:solidFill>
              </a:ln>
            </p:spPr>
          </p:sp>
          <p:grpSp>
            <p:nvGrpSpPr>
              <p:cNvPr id="118" name="Group 118"/>
              <p:cNvGrpSpPr/>
              <p:nvPr/>
            </p:nvGrpSpPr>
            <p:grpSpPr>
              <a:xfrm>
                <a:off x="8334375" y="5032032"/>
                <a:ext cx="171450" cy="176469"/>
                <a:chOff x="8334375" y="5032032"/>
                <a:chExt cx="171450" cy="176469"/>
              </a:xfrm>
            </p:grpSpPr>
            <p:sp>
              <p:nvSpPr>
                <p:cNvPr id="116" name="Freeform 116"/>
                <p:cNvSpPr/>
                <p:nvPr/>
              </p:nvSpPr>
              <p:spPr>
                <a:xfrm>
                  <a:off x="8341519" y="5045869"/>
                  <a:ext cx="157162" cy="1571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7162" h="157162">
                      <a:moveTo>
                        <a:pt x="157162" y="78581"/>
                      </a:moveTo>
                      <a:cubicBezTo>
                        <a:pt x="157162" y="121980"/>
                        <a:pt x="121980" y="157162"/>
                        <a:pt x="78581" y="157162"/>
                      </a:cubicBezTo>
                      <a:cubicBezTo>
                        <a:pt x="35182" y="157162"/>
                        <a:pt x="0" y="121980"/>
                        <a:pt x="0" y="78581"/>
                      </a:cubicBezTo>
                      <a:cubicBezTo>
                        <a:pt x="0" y="35182"/>
                        <a:pt x="35182" y="0"/>
                        <a:pt x="78581" y="0"/>
                      </a:cubicBezTo>
                      <a:cubicBezTo>
                        <a:pt x="121980" y="0"/>
                        <a:pt x="157162" y="35182"/>
                        <a:pt x="157162" y="78581"/>
                      </a:cubicBezTo>
                      <a:close/>
                    </a:path>
                  </a:pathLst>
                </a:custGeom>
                <a:solidFill>
                  <a:schemeClr val="accent2">
                    <a:alpha val="20000"/>
                  </a:schemeClr>
                </a:solidFill>
                <a:ln>
                  <a:noFill/>
                </a:ln>
              </p:spPr>
            </p:sp>
            <p:sp>
              <p:nvSpPr>
                <p:cNvPr id="117" name="Freeform 117"/>
                <p:cNvSpPr/>
                <p:nvPr/>
              </p:nvSpPr>
              <p:spPr>
                <a:xfrm>
                  <a:off x="8334375" y="5032032"/>
                  <a:ext cx="171450" cy="1764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176469">
                      <a:moveTo>
                        <a:pt x="171450" y="20981"/>
                      </a:moveTo>
                      <a:lnTo>
                        <a:pt x="171450" y="63843"/>
                      </a:lnTo>
                      <a:cubicBezTo>
                        <a:pt x="171450" y="67789"/>
                        <a:pt x="168252" y="70987"/>
                        <a:pt x="164306" y="70987"/>
                      </a:cubicBezTo>
                      <a:lnTo>
                        <a:pt x="121444" y="70987"/>
                      </a:lnTo>
                      <a:cubicBezTo>
                        <a:pt x="117498" y="70987"/>
                        <a:pt x="114300" y="67789"/>
                        <a:pt x="114300" y="63843"/>
                      </a:cubicBezTo>
                      <a:cubicBezTo>
                        <a:pt x="114300" y="59898"/>
                        <a:pt x="117498" y="56700"/>
                        <a:pt x="121444" y="56700"/>
                      </a:cubicBezTo>
                      <a:lnTo>
                        <a:pt x="147063" y="56700"/>
                      </a:lnTo>
                      <a:lnTo>
                        <a:pt x="133999" y="43635"/>
                      </a:lnTo>
                      <a:cubicBezTo>
                        <a:pt x="120722" y="30298"/>
                        <a:pt x="102696" y="22773"/>
                        <a:pt x="83877" y="22713"/>
                      </a:cubicBezTo>
                      <a:lnTo>
                        <a:pt x="83475" y="22713"/>
                      </a:lnTo>
                      <a:cubicBezTo>
                        <a:pt x="64813" y="22669"/>
                        <a:pt x="46885" y="29974"/>
                        <a:pt x="33567" y="43046"/>
                      </a:cubicBezTo>
                      <a:cubicBezTo>
                        <a:pt x="30729" y="45695"/>
                        <a:pt x="26296" y="45593"/>
                        <a:pt x="23583" y="42817"/>
                      </a:cubicBezTo>
                      <a:cubicBezTo>
                        <a:pt x="20870" y="40041"/>
                        <a:pt x="20870" y="35606"/>
                        <a:pt x="23583" y="32830"/>
                      </a:cubicBezTo>
                      <a:cubicBezTo>
                        <a:pt x="57174" y="0"/>
                        <a:pt x="110930" y="315"/>
                        <a:pt x="144134" y="33536"/>
                      </a:cubicBezTo>
                      <a:lnTo>
                        <a:pt x="157162" y="46600"/>
                      </a:lnTo>
                      <a:lnTo>
                        <a:pt x="157162" y="20981"/>
                      </a:lnTo>
                      <a:cubicBezTo>
                        <a:pt x="157162" y="17035"/>
                        <a:pt x="160361" y="13837"/>
                        <a:pt x="164306" y="13837"/>
                      </a:cubicBezTo>
                      <a:cubicBezTo>
                        <a:pt x="168252" y="13837"/>
                        <a:pt x="171450" y="17035"/>
                        <a:pt x="171450" y="20981"/>
                      </a:cubicBezTo>
                      <a:close/>
                      <a:moveTo>
                        <a:pt x="137883" y="141791"/>
                      </a:moveTo>
                      <a:cubicBezTo>
                        <a:pt x="109894" y="169131"/>
                        <a:pt x="65118" y="168868"/>
                        <a:pt x="37451" y="141201"/>
                      </a:cubicBezTo>
                      <a:lnTo>
                        <a:pt x="24387" y="128137"/>
                      </a:lnTo>
                      <a:lnTo>
                        <a:pt x="50006" y="128137"/>
                      </a:lnTo>
                      <a:cubicBezTo>
                        <a:pt x="53952" y="128137"/>
                        <a:pt x="57150" y="124939"/>
                        <a:pt x="57150" y="120993"/>
                      </a:cubicBezTo>
                      <a:cubicBezTo>
                        <a:pt x="57150" y="117048"/>
                        <a:pt x="53952" y="113850"/>
                        <a:pt x="50006" y="113850"/>
                      </a:cubicBezTo>
                      <a:lnTo>
                        <a:pt x="7144" y="113850"/>
                      </a:lnTo>
                      <a:cubicBezTo>
                        <a:pt x="3198" y="113850"/>
                        <a:pt x="0" y="117048"/>
                        <a:pt x="0" y="120993"/>
                      </a:cubicBezTo>
                      <a:lnTo>
                        <a:pt x="0" y="163856"/>
                      </a:lnTo>
                      <a:cubicBezTo>
                        <a:pt x="0" y="167801"/>
                        <a:pt x="3198" y="171000"/>
                        <a:pt x="7144" y="171000"/>
                      </a:cubicBezTo>
                      <a:cubicBezTo>
                        <a:pt x="11089" y="171000"/>
                        <a:pt x="14288" y="167801"/>
                        <a:pt x="14288" y="163856"/>
                      </a:cubicBezTo>
                      <a:lnTo>
                        <a:pt x="14288" y="138237"/>
                      </a:lnTo>
                      <a:lnTo>
                        <a:pt x="27352" y="151301"/>
                      </a:lnTo>
                      <a:cubicBezTo>
                        <a:pt x="43284" y="167313"/>
                        <a:pt x="64922" y="176345"/>
                        <a:pt x="87511" y="176411"/>
                      </a:cubicBezTo>
                      <a:lnTo>
                        <a:pt x="87984" y="176411"/>
                      </a:lnTo>
                      <a:cubicBezTo>
                        <a:pt x="110381" y="176469"/>
                        <a:pt x="131898" y="167701"/>
                        <a:pt x="147876" y="152006"/>
                      </a:cubicBezTo>
                      <a:cubicBezTo>
                        <a:pt x="150589" y="149230"/>
                        <a:pt x="150589" y="144796"/>
                        <a:pt x="147876" y="142020"/>
                      </a:cubicBezTo>
                      <a:cubicBezTo>
                        <a:pt x="145163" y="139243"/>
                        <a:pt x="140730" y="139142"/>
                        <a:pt x="137892" y="14179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</p:sp>
          </p:grpSp>
          <p:sp>
            <p:nvSpPr>
              <p:cNvPr id="119" name="TextBox 119"/>
              <p:cNvSpPr txBox="1"/>
              <p:nvPr/>
            </p:nvSpPr>
            <p:spPr>
              <a:xfrm>
                <a:off x="8753856" y="5006340"/>
                <a:ext cx="98755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回库冷却</a:t>
                </a:r>
              </a:p>
            </p:txBody>
          </p:sp>
          <p:sp>
            <p:nvSpPr>
              <p:cNvPr id="120" name="TextBox 120"/>
              <p:cNvSpPr txBox="1"/>
              <p:nvPr/>
            </p:nvSpPr>
            <p:spPr>
              <a:xfrm>
                <a:off x="8756142" y="5359718"/>
                <a:ext cx="1899666" cy="52120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2025"/>
                  </a:lnSpc>
                </a:pPr>
                <a:r>
                  <a:rPr lang="zh-CN" sz="135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打出的牌回到牌库冷却，</a:t>
                </a:r>
                <a:br/>
                <a:r>
                  <a:rPr lang="zh-CN" sz="135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冷却结束后再次可用</a:t>
                </a:r>
              </a:p>
            </p:txBody>
          </p:sp>
        </p:grpSp>
      </p:grpSp>
      <p:sp>
        <p:nvSpPr>
          <p:cNvPr id="123" name="TextBox 123"/>
          <p:cNvSpPr txBox="1"/>
          <p:nvPr/>
        </p:nvSpPr>
        <p:spPr>
          <a:xfrm>
            <a:off x="11035132" y="6385560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05 / 14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lt1"/>
            </a:gs>
            <a:gs pos="78000">
              <a:srgbClr val="1A2242"/>
            </a:gs>
            <a:gs pos="100000">
              <a:srgbClr val="4A3246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usk-edge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</p:sp>
      <p:grpSp>
        <p:nvGrpSpPr>
          <p:cNvPr id="7" name="corner-ring"/>
          <p:cNvGrpSpPr/>
          <p:nvPr/>
        </p:nvGrpSpPr>
        <p:grpSpPr>
          <a:xfrm>
            <a:off x="10896600" y="495300"/>
            <a:ext cx="533400" cy="533400"/>
            <a:chOff x="10896600" y="495300"/>
            <a:chExt cx="533400" cy="533400"/>
          </a:xfrm>
        </p:grpSpPr>
        <p:sp>
          <p:nvSpPr>
            <p:cNvPr id="3" name="Ellipse 3"/>
            <p:cNvSpPr/>
            <p:nvPr/>
          </p:nvSpPr>
          <p:spPr>
            <a:xfrm>
              <a:off x="10896600" y="495300"/>
              <a:ext cx="533400" cy="5334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4" name="Freeform 4"/>
            <p:cNvSpPr/>
            <p:nvPr/>
          </p:nvSpPr>
          <p:spPr>
            <a:xfrm>
              <a:off x="10915650" y="514350"/>
              <a:ext cx="495300" cy="495300"/>
            </a:xfrm>
            <a:custGeom>
              <a:avLst/>
              <a:gdLst/>
              <a:ahLst/>
              <a:cxnLst/>
              <a:rect l="l" t="t" r="r" b="b"/>
              <a:pathLst>
                <a:path w="495300" h="495300">
                  <a:moveTo>
                    <a:pt x="247650" y="57150"/>
                  </a:moveTo>
                  <a:lnTo>
                    <a:pt x="247650" y="0"/>
                  </a:lnTo>
                  <a:moveTo>
                    <a:pt x="342900" y="82868"/>
                  </a:moveTo>
                  <a:lnTo>
                    <a:pt x="371475" y="33338"/>
                  </a:lnTo>
                  <a:moveTo>
                    <a:pt x="412432" y="152400"/>
                  </a:moveTo>
                  <a:lnTo>
                    <a:pt x="461962" y="123825"/>
                  </a:lnTo>
                  <a:moveTo>
                    <a:pt x="438150" y="247650"/>
                  </a:moveTo>
                  <a:lnTo>
                    <a:pt x="495300" y="247650"/>
                  </a:lnTo>
                  <a:moveTo>
                    <a:pt x="412432" y="342900"/>
                  </a:moveTo>
                  <a:lnTo>
                    <a:pt x="461962" y="371475"/>
                  </a:lnTo>
                  <a:moveTo>
                    <a:pt x="342900" y="412432"/>
                  </a:moveTo>
                  <a:lnTo>
                    <a:pt x="371475" y="461962"/>
                  </a:lnTo>
                  <a:moveTo>
                    <a:pt x="247650" y="438150"/>
                  </a:moveTo>
                  <a:lnTo>
                    <a:pt x="247650" y="495300"/>
                  </a:lnTo>
                  <a:moveTo>
                    <a:pt x="152400" y="412432"/>
                  </a:moveTo>
                  <a:lnTo>
                    <a:pt x="123825" y="461962"/>
                  </a:lnTo>
                  <a:moveTo>
                    <a:pt x="82868" y="342900"/>
                  </a:moveTo>
                  <a:lnTo>
                    <a:pt x="33338" y="371475"/>
                  </a:lnTo>
                  <a:moveTo>
                    <a:pt x="57150" y="247650"/>
                  </a:moveTo>
                  <a:lnTo>
                    <a:pt x="0" y="247650"/>
                  </a:lnTo>
                  <a:moveTo>
                    <a:pt x="82868" y="152400"/>
                  </a:moveTo>
                  <a:lnTo>
                    <a:pt x="33338" y="123825"/>
                  </a:lnTo>
                  <a:moveTo>
                    <a:pt x="152400" y="82868"/>
                  </a:moveTo>
                  <a:lnTo>
                    <a:pt x="123825" y="33338"/>
                  </a:lnTo>
                </a:path>
              </a:pathLst>
            </a:custGeom>
            <a:noFill/>
            <a:ln w="14288">
              <a:solidFill>
                <a:schemeClr val="accent1"/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11163300" y="762000"/>
              <a:ext cx="134302" cy="106680"/>
            </a:xfrm>
            <a:custGeom>
              <a:avLst/>
              <a:gdLst/>
              <a:ahLst/>
              <a:cxnLst/>
              <a:rect l="l" t="t" r="r" b="b"/>
              <a:pathLst>
                <a:path w="134302" h="106680">
                  <a:moveTo>
                    <a:pt x="0" y="0"/>
                  </a:moveTo>
                  <a:lnTo>
                    <a:pt x="134302" y="106680"/>
                  </a:lnTo>
                </a:path>
              </a:pathLst>
            </a:custGeom>
            <a:noFill/>
            <a:ln w="23812" cap="rnd">
              <a:solidFill>
                <a:schemeClr val="accent2"/>
              </a:solidFill>
            </a:ln>
          </p:spPr>
        </p:sp>
        <p:sp>
          <p:nvSpPr>
            <p:cNvPr id="6" name="Ellipse 6"/>
            <p:cNvSpPr/>
            <p:nvPr/>
          </p:nvSpPr>
          <p:spPr>
            <a:xfrm>
              <a:off x="11134725" y="733425"/>
              <a:ext cx="57150" cy="571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</p:grpSp>
      <p:grpSp>
        <p:nvGrpSpPr>
          <p:cNvPr id="12" name="page-title"/>
          <p:cNvGrpSpPr/>
          <p:nvPr/>
        </p:nvGrpSpPr>
        <p:grpSpPr>
          <a:xfrm>
            <a:off x="593598" y="454342"/>
            <a:ext cx="7708392" cy="1285875"/>
            <a:chOff x="593598" y="454342"/>
            <a:chExt cx="7708392" cy="1285875"/>
          </a:xfrm>
        </p:grpSpPr>
        <p:sp>
          <p:nvSpPr>
            <p:cNvPr id="8" name="Rectangle 8"/>
            <p:cNvSpPr/>
            <p:nvPr/>
          </p:nvSpPr>
          <p:spPr>
            <a:xfrm>
              <a:off x="609600" y="514350"/>
              <a:ext cx="76200" cy="7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74192" y="454342"/>
              <a:ext cx="239205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spc="1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02 核心玩法 · 非线性地图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93598" y="783908"/>
              <a:ext cx="6752844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魔法书总图：七个区域，自由次序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98170" y="1300162"/>
              <a:ext cx="770382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第一章固定为教学，中段五区域可任意排序，终章收束</a:t>
              </a:r>
            </a:p>
          </p:txBody>
        </p:sp>
      </p:grpSp>
      <p:grpSp>
        <p:nvGrpSpPr>
          <p:cNvPr id="73" name="book-map"/>
          <p:cNvGrpSpPr/>
          <p:nvPr/>
        </p:nvGrpSpPr>
        <p:grpSpPr>
          <a:xfrm>
            <a:off x="762000" y="1943100"/>
            <a:ext cx="7315200" cy="4191000"/>
            <a:chOff x="762000" y="1943100"/>
            <a:chExt cx="7315200" cy="4191000"/>
          </a:xfrm>
        </p:grpSpPr>
        <p:grpSp>
          <p:nvGrpSpPr>
            <p:cNvPr id="20" name="book-spread"/>
            <p:cNvGrpSpPr/>
            <p:nvPr/>
          </p:nvGrpSpPr>
          <p:grpSpPr>
            <a:xfrm>
              <a:off x="762000" y="1943100"/>
              <a:ext cx="7315200" cy="4191000"/>
              <a:chOff x="762000" y="1943100"/>
              <a:chExt cx="7315200" cy="4191000"/>
            </a:xfrm>
          </p:grpSpPr>
          <p:sp>
            <p:nvSpPr>
              <p:cNvPr id="13" name="Rectangle 13"/>
              <p:cNvSpPr/>
              <p:nvPr/>
            </p:nvSpPr>
            <p:spPr>
              <a:xfrm>
                <a:off x="838200" y="2019300"/>
                <a:ext cx="3429000" cy="4038600"/>
              </a:xfrm>
              <a:prstGeom prst="rect">
                <a:avLst/>
              </a:prstGeom>
              <a:solidFill>
                <a:schemeClr val="accent5">
                  <a:alpha val="70000"/>
                </a:schemeClr>
              </a:solidFill>
              <a:ln w="19050">
                <a:solidFill>
                  <a:schemeClr val="accent1"/>
                </a:solidFill>
              </a:ln>
            </p:spPr>
          </p:sp>
          <p:sp>
            <p:nvSpPr>
              <p:cNvPr id="14" name="Rectangle 14"/>
              <p:cNvSpPr/>
              <p:nvPr/>
            </p:nvSpPr>
            <p:spPr>
              <a:xfrm>
                <a:off x="4572000" y="1986534"/>
                <a:ext cx="3429000" cy="4038600"/>
              </a:xfrm>
              <a:prstGeom prst="rect">
                <a:avLst/>
              </a:prstGeom>
              <a:solidFill>
                <a:schemeClr val="accent5">
                  <a:alpha val="70000"/>
                </a:schemeClr>
              </a:solidFill>
              <a:ln w="19050">
                <a:solidFill>
                  <a:schemeClr val="accent1"/>
                </a:solidFill>
              </a:ln>
            </p:spPr>
          </p:sp>
          <p:sp>
            <p:nvSpPr>
              <p:cNvPr id="15" name="Rectangle 15"/>
              <p:cNvSpPr/>
              <p:nvPr/>
            </p:nvSpPr>
            <p:spPr>
              <a:xfrm>
                <a:off x="4267200" y="1943100"/>
                <a:ext cx="304800" cy="4191000"/>
              </a:xfrm>
              <a:prstGeom prst="rect">
                <a:avLst/>
              </a:prstGeom>
              <a:solidFill>
                <a:schemeClr val="accent1">
                  <a:alpha val="35000"/>
                </a:schemeClr>
              </a:solidFill>
              <a:ln>
                <a:noFill/>
              </a:ln>
            </p:spPr>
          </p:sp>
          <p:sp>
            <p:nvSpPr>
              <p:cNvPr id="16" name="Rectangle 16"/>
              <p:cNvSpPr/>
              <p:nvPr/>
            </p:nvSpPr>
            <p:spPr>
              <a:xfrm>
                <a:off x="762000" y="1943100"/>
                <a:ext cx="76200" cy="762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7" name="Rectangle 17"/>
              <p:cNvSpPr/>
              <p:nvPr/>
            </p:nvSpPr>
            <p:spPr>
              <a:xfrm>
                <a:off x="8001000" y="1943100"/>
                <a:ext cx="76200" cy="762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8" name="Rectangle 18"/>
              <p:cNvSpPr/>
              <p:nvPr/>
            </p:nvSpPr>
            <p:spPr>
              <a:xfrm>
                <a:off x="762000" y="6057900"/>
                <a:ext cx="76200" cy="762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9" name="Rectangle 19"/>
              <p:cNvSpPr/>
              <p:nvPr/>
            </p:nvSpPr>
            <p:spPr>
              <a:xfrm>
                <a:off x="8001000" y="6057900"/>
                <a:ext cx="76200" cy="762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</p:sp>
        </p:grpSp>
        <p:sp>
          <p:nvSpPr>
            <p:cNvPr id="21" name="Ellipse 21"/>
            <p:cNvSpPr/>
            <p:nvPr/>
          </p:nvSpPr>
          <p:spPr>
            <a:xfrm>
              <a:off x="1562100" y="2419350"/>
              <a:ext cx="5715000" cy="3238500"/>
            </a:xfrm>
            <a:prstGeom prst="ellipse">
              <a:avLst/>
            </a:prstGeom>
            <a:noFill/>
            <a:ln w="19050">
              <a:solidFill>
                <a:schemeClr val="accent1">
                  <a:alpha val="80000"/>
                </a:schemeClr>
              </a:solidFill>
              <a:prstDash val="lgDash"/>
            </a:ln>
          </p:spPr>
        </p:sp>
        <p:grpSp>
          <p:nvGrpSpPr>
            <p:cNvPr id="27" name="spokes"/>
            <p:cNvGrpSpPr/>
            <p:nvPr/>
          </p:nvGrpSpPr>
          <p:grpSpPr>
            <a:xfrm>
              <a:off x="2042160" y="2762250"/>
              <a:ext cx="4754880" cy="2379345"/>
              <a:chOff x="2042160" y="2762250"/>
              <a:chExt cx="4754880" cy="2379345"/>
            </a:xfrm>
          </p:grpSpPr>
          <p:sp>
            <p:nvSpPr>
              <p:cNvPr id="22" name="Line 22"/>
              <p:cNvSpPr/>
              <p:nvPr/>
            </p:nvSpPr>
            <p:spPr>
              <a:xfrm>
                <a:off x="4419600" y="2762250"/>
                <a:ext cx="9525" cy="7239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723900">
                    <a:moveTo>
                      <a:pt x="0" y="723900"/>
                    </a:moveTo>
                    <a:lnTo>
                      <a:pt x="0" y="0"/>
                    </a:lnTo>
                  </a:path>
                </a:pathLst>
              </a:custGeom>
              <a:noFill/>
              <a:ln w="14288">
                <a:solidFill>
                  <a:srgbClr val="AFA9C2"/>
                </a:solidFill>
                <a:prstDash val="sysDot"/>
              </a:ln>
            </p:spPr>
          </p:sp>
          <p:sp>
            <p:nvSpPr>
              <p:cNvPr id="23" name="Line 23"/>
              <p:cNvSpPr/>
              <p:nvPr/>
            </p:nvSpPr>
            <p:spPr>
              <a:xfrm>
                <a:off x="4962525" y="3596640"/>
                <a:ext cx="1834515" cy="340995"/>
              </a:xfrm>
              <a:custGeom>
                <a:avLst/>
                <a:gdLst/>
                <a:ahLst/>
                <a:cxnLst/>
                <a:rect l="l" t="t" r="r" b="b"/>
                <a:pathLst>
                  <a:path w="1834515" h="340995">
                    <a:moveTo>
                      <a:pt x="0" y="340995"/>
                    </a:moveTo>
                    <a:lnTo>
                      <a:pt x="1834515" y="0"/>
                    </a:lnTo>
                  </a:path>
                </a:pathLst>
              </a:custGeom>
              <a:noFill/>
              <a:ln w="14288">
                <a:solidFill>
                  <a:srgbClr val="AFA9C2"/>
                </a:solidFill>
                <a:prstDash val="sysDot"/>
              </a:ln>
            </p:spPr>
          </p:sp>
          <p:sp>
            <p:nvSpPr>
              <p:cNvPr id="24" name="Line 24"/>
              <p:cNvSpPr/>
              <p:nvPr/>
            </p:nvSpPr>
            <p:spPr>
              <a:xfrm>
                <a:off x="4853940" y="4379595"/>
                <a:ext cx="972503" cy="762000"/>
              </a:xfrm>
              <a:custGeom>
                <a:avLst/>
                <a:gdLst/>
                <a:ahLst/>
                <a:cxnLst/>
                <a:rect l="l" t="t" r="r" b="b"/>
                <a:pathLst>
                  <a:path w="972503" h="762000">
                    <a:moveTo>
                      <a:pt x="0" y="0"/>
                    </a:moveTo>
                    <a:lnTo>
                      <a:pt x="972503" y="762000"/>
                    </a:lnTo>
                  </a:path>
                </a:pathLst>
              </a:custGeom>
              <a:noFill/>
              <a:ln w="14288">
                <a:solidFill>
                  <a:srgbClr val="AFA9C2"/>
                </a:solidFill>
                <a:prstDash val="sysDot"/>
              </a:ln>
            </p:spPr>
          </p:sp>
          <p:sp>
            <p:nvSpPr>
              <p:cNvPr id="25" name="Line 25"/>
              <p:cNvSpPr/>
              <p:nvPr/>
            </p:nvSpPr>
            <p:spPr>
              <a:xfrm>
                <a:off x="3012758" y="4379595"/>
                <a:ext cx="972502" cy="762000"/>
              </a:xfrm>
              <a:custGeom>
                <a:avLst/>
                <a:gdLst/>
                <a:ahLst/>
                <a:cxnLst/>
                <a:rect l="l" t="t" r="r" b="b"/>
                <a:pathLst>
                  <a:path w="972502" h="762000">
                    <a:moveTo>
                      <a:pt x="972502" y="0"/>
                    </a:moveTo>
                    <a:lnTo>
                      <a:pt x="0" y="762000"/>
                    </a:lnTo>
                  </a:path>
                </a:pathLst>
              </a:custGeom>
              <a:noFill/>
              <a:ln w="14288">
                <a:solidFill>
                  <a:srgbClr val="AFA9C2"/>
                </a:solidFill>
                <a:prstDash val="sysDot"/>
              </a:ln>
            </p:spPr>
          </p:sp>
          <p:sp>
            <p:nvSpPr>
              <p:cNvPr id="26" name="Line 26"/>
              <p:cNvSpPr/>
              <p:nvPr/>
            </p:nvSpPr>
            <p:spPr>
              <a:xfrm>
                <a:off x="2042160" y="3596640"/>
                <a:ext cx="1834515" cy="340995"/>
              </a:xfrm>
              <a:custGeom>
                <a:avLst/>
                <a:gdLst/>
                <a:ahLst/>
                <a:cxnLst/>
                <a:rect l="l" t="t" r="r" b="b"/>
                <a:pathLst>
                  <a:path w="1834515" h="340995">
                    <a:moveTo>
                      <a:pt x="1834515" y="340995"/>
                    </a:moveTo>
                    <a:lnTo>
                      <a:pt x="0" y="0"/>
                    </a:lnTo>
                  </a:path>
                </a:pathLst>
              </a:custGeom>
              <a:noFill/>
              <a:ln w="14288">
                <a:solidFill>
                  <a:srgbClr val="AFA9C2"/>
                </a:solidFill>
                <a:prstDash val="sysDot"/>
              </a:ln>
            </p:spPr>
          </p:sp>
        </p:grpSp>
        <p:grpSp>
          <p:nvGrpSpPr>
            <p:cNvPr id="32" name="region-core"/>
            <p:cNvGrpSpPr/>
            <p:nvPr/>
          </p:nvGrpSpPr>
          <p:grpSpPr>
            <a:xfrm>
              <a:off x="3505200" y="3124200"/>
              <a:ext cx="1828800" cy="1828800"/>
              <a:chOff x="3505200" y="3124200"/>
              <a:chExt cx="1828800" cy="1828800"/>
            </a:xfrm>
          </p:grpSpPr>
          <p:sp>
            <p:nvSpPr>
              <p:cNvPr id="28" name="Ellipse 28"/>
              <p:cNvSpPr/>
              <p:nvPr/>
            </p:nvSpPr>
            <p:spPr>
              <a:xfrm>
                <a:off x="3505200" y="3124200"/>
                <a:ext cx="1828800" cy="1828800"/>
              </a:xfrm>
              <a:prstGeom prst="ellipse">
                <a:avLst/>
              </a:prstGeom>
              <a:gradFill>
                <a:gsLst>
                  <a:gs pos="0">
                    <a:schemeClr val="accent2">
                      <a:alpha val="30000"/>
                    </a:schemeClr>
                  </a:gs>
                  <a:gs pos="100000">
                    <a:schemeClr val="accent5">
                      <a:alpha val="0"/>
                    </a:schemeClr>
                  </a:gs>
                </a:gsLst>
                <a:path path="circle">
                  <a:fillToRect l="50000" t="50000" r="50000" b="50000"/>
                </a:path>
              </a:gradFill>
              <a:ln>
                <a:noFill/>
              </a:ln>
            </p:spPr>
          </p:sp>
          <p:sp>
            <p:nvSpPr>
              <p:cNvPr id="29" name="Ellipse 29"/>
              <p:cNvSpPr/>
              <p:nvPr/>
            </p:nvSpPr>
            <p:spPr>
              <a:xfrm>
                <a:off x="3924300" y="3543300"/>
                <a:ext cx="990600" cy="990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  <a:effectLst>
                <a:glow rad="57150">
                  <a:srgbClr val="E8C35A">
                    <a:alpha val="45000"/>
                  </a:srgbClr>
                </a:glow>
              </a:effectLst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4049268" y="3873818"/>
                <a:ext cx="74066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1A1A22"/>
                    </a:solidFill>
                    <a:latin typeface="+mn-lt"/>
                    <a:ea typeface="+mn-ea"/>
                    <a:cs typeface="+mn-cs"/>
                  </a:rPr>
                  <a:t>失刻星台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237592" y="4118610"/>
                <a:ext cx="307777" cy="1846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1A1A22"/>
                    </a:solidFill>
                    <a:latin typeface="+mn-lt"/>
                    <a:ea typeface="+mn-ea"/>
                    <a:cs typeface="+mn-cs"/>
                  </a:rPr>
                  <a:t>时间</a:t>
                </a:r>
              </a:p>
            </p:txBody>
          </p:sp>
        </p:grpSp>
        <p:grpSp>
          <p:nvGrpSpPr>
            <p:cNvPr id="40" name="region-lantern"/>
            <p:cNvGrpSpPr/>
            <p:nvPr/>
          </p:nvGrpSpPr>
          <p:grpSpPr>
            <a:xfrm>
              <a:off x="4133850" y="2133600"/>
              <a:ext cx="1504950" cy="571500"/>
              <a:chOff x="4133850" y="2133600"/>
              <a:chExt cx="1504950" cy="571500"/>
            </a:xfrm>
          </p:grpSpPr>
          <p:sp>
            <p:nvSpPr>
              <p:cNvPr id="33" name="Ellipse 33"/>
              <p:cNvSpPr/>
              <p:nvPr/>
            </p:nvSpPr>
            <p:spPr>
              <a:xfrm>
                <a:off x="4133850" y="2133600"/>
                <a:ext cx="571500" cy="571500"/>
              </a:xfrm>
              <a:prstGeom prst="ellipse">
                <a:avLst/>
              </a:prstGeom>
              <a:solidFill>
                <a:schemeClr val="lt1"/>
              </a:solidFill>
              <a:ln w="28575">
                <a:solidFill>
                  <a:srgbClr val="D9573B"/>
                </a:solidFill>
              </a:ln>
            </p:spPr>
          </p:sp>
          <p:grpSp>
            <p:nvGrpSpPr>
              <p:cNvPr id="36" name="Group 36"/>
              <p:cNvGrpSpPr/>
              <p:nvPr/>
            </p:nvGrpSpPr>
            <p:grpSpPr>
              <a:xfrm>
                <a:off x="4314825" y="2275009"/>
                <a:ext cx="209550" cy="268167"/>
                <a:chOff x="4314825" y="2275009"/>
                <a:chExt cx="209550" cy="268167"/>
              </a:xfrm>
            </p:grpSpPr>
            <p:sp>
              <p:nvSpPr>
                <p:cNvPr id="34" name="Freeform 34"/>
                <p:cNvSpPr/>
                <p:nvPr/>
              </p:nvSpPr>
              <p:spPr>
                <a:xfrm>
                  <a:off x="4343144" y="2333625"/>
                  <a:ext cx="152911" cy="2000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911" h="200037">
                      <a:moveTo>
                        <a:pt x="140285" y="66675"/>
                      </a:moveTo>
                      <a:lnTo>
                        <a:pt x="12626" y="66675"/>
                      </a:lnTo>
                      <a:lnTo>
                        <a:pt x="19306" y="0"/>
                      </a:lnTo>
                      <a:lnTo>
                        <a:pt x="133606" y="0"/>
                      </a:lnTo>
                      <a:close/>
                      <a:moveTo>
                        <a:pt x="152656" y="189595"/>
                      </a:moveTo>
                      <a:lnTo>
                        <a:pt x="146976" y="133350"/>
                      </a:lnTo>
                      <a:lnTo>
                        <a:pt x="5935" y="133350"/>
                      </a:lnTo>
                      <a:lnTo>
                        <a:pt x="256" y="189595"/>
                      </a:lnTo>
                      <a:cubicBezTo>
                        <a:pt x="0" y="192274"/>
                        <a:pt x="889" y="194936"/>
                        <a:pt x="2704" y="196923"/>
                      </a:cubicBezTo>
                      <a:cubicBezTo>
                        <a:pt x="4519" y="198910"/>
                        <a:pt x="7090" y="200037"/>
                        <a:pt x="9781" y="200025"/>
                      </a:cubicBezTo>
                      <a:lnTo>
                        <a:pt x="143131" y="200025"/>
                      </a:lnTo>
                      <a:cubicBezTo>
                        <a:pt x="145822" y="200037"/>
                        <a:pt x="148392" y="198910"/>
                        <a:pt x="150207" y="196923"/>
                      </a:cubicBezTo>
                      <a:cubicBezTo>
                        <a:pt x="152022" y="194936"/>
                        <a:pt x="152911" y="192274"/>
                        <a:pt x="152656" y="189595"/>
                      </a:cubicBezTo>
                      <a:close/>
                    </a:path>
                  </a:pathLst>
                </a:custGeom>
                <a:solidFill>
                  <a:srgbClr val="D9573B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35" name="Freeform 35"/>
                <p:cNvSpPr/>
                <p:nvPr/>
              </p:nvSpPr>
              <p:spPr>
                <a:xfrm>
                  <a:off x="4314825" y="2275009"/>
                  <a:ext cx="209550" cy="2681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9550" h="268167">
                      <a:moveTo>
                        <a:pt x="200025" y="87191"/>
                      </a:moveTo>
                      <a:cubicBezTo>
                        <a:pt x="194764" y="87191"/>
                        <a:pt x="190500" y="91456"/>
                        <a:pt x="190500" y="96716"/>
                      </a:cubicBezTo>
                      <a:lnTo>
                        <a:pt x="190500" y="115766"/>
                      </a:lnTo>
                      <a:lnTo>
                        <a:pt x="177225" y="115766"/>
                      </a:lnTo>
                      <a:lnTo>
                        <a:pt x="171450" y="57664"/>
                      </a:lnTo>
                      <a:cubicBezTo>
                        <a:pt x="171206" y="55271"/>
                        <a:pt x="170066" y="53059"/>
                        <a:pt x="168259" y="51472"/>
                      </a:cubicBezTo>
                      <a:lnTo>
                        <a:pt x="117205" y="6086"/>
                      </a:lnTo>
                      <a:lnTo>
                        <a:pt x="116967" y="5883"/>
                      </a:lnTo>
                      <a:cubicBezTo>
                        <a:pt x="109904" y="0"/>
                        <a:pt x="99646" y="0"/>
                        <a:pt x="92583" y="5883"/>
                      </a:cubicBezTo>
                      <a:lnTo>
                        <a:pt x="92345" y="6086"/>
                      </a:lnTo>
                      <a:lnTo>
                        <a:pt x="41291" y="51472"/>
                      </a:lnTo>
                      <a:cubicBezTo>
                        <a:pt x="39484" y="53059"/>
                        <a:pt x="38344" y="55271"/>
                        <a:pt x="38100" y="57664"/>
                      </a:cubicBezTo>
                      <a:lnTo>
                        <a:pt x="32325" y="115766"/>
                      </a:lnTo>
                      <a:lnTo>
                        <a:pt x="19050" y="115766"/>
                      </a:lnTo>
                      <a:lnTo>
                        <a:pt x="19050" y="96716"/>
                      </a:lnTo>
                      <a:cubicBezTo>
                        <a:pt x="19050" y="91456"/>
                        <a:pt x="14786" y="87191"/>
                        <a:pt x="9525" y="87191"/>
                      </a:cubicBezTo>
                      <a:cubicBezTo>
                        <a:pt x="4264" y="87191"/>
                        <a:pt x="0" y="91456"/>
                        <a:pt x="0" y="96716"/>
                      </a:cubicBezTo>
                      <a:lnTo>
                        <a:pt x="0" y="125291"/>
                      </a:lnTo>
                      <a:cubicBezTo>
                        <a:pt x="0" y="130552"/>
                        <a:pt x="4264" y="134816"/>
                        <a:pt x="9525" y="134816"/>
                      </a:cubicBezTo>
                      <a:lnTo>
                        <a:pt x="30409" y="134816"/>
                      </a:lnTo>
                      <a:lnTo>
                        <a:pt x="19133" y="247306"/>
                      </a:lnTo>
                      <a:cubicBezTo>
                        <a:pt x="18623" y="252650"/>
                        <a:pt x="20391" y="257960"/>
                        <a:pt x="24002" y="261932"/>
                      </a:cubicBezTo>
                      <a:cubicBezTo>
                        <a:pt x="27613" y="265903"/>
                        <a:pt x="32732" y="268167"/>
                        <a:pt x="38100" y="268166"/>
                      </a:cubicBezTo>
                      <a:lnTo>
                        <a:pt x="171450" y="268166"/>
                      </a:lnTo>
                      <a:cubicBezTo>
                        <a:pt x="176825" y="268165"/>
                        <a:pt x="181949" y="265893"/>
                        <a:pt x="185559" y="261911"/>
                      </a:cubicBezTo>
                      <a:cubicBezTo>
                        <a:pt x="189169" y="257929"/>
                        <a:pt x="190929" y="252608"/>
                        <a:pt x="190405" y="247259"/>
                      </a:cubicBezTo>
                      <a:lnTo>
                        <a:pt x="179141" y="134816"/>
                      </a:lnTo>
                      <a:lnTo>
                        <a:pt x="200025" y="134816"/>
                      </a:lnTo>
                      <a:cubicBezTo>
                        <a:pt x="205286" y="134816"/>
                        <a:pt x="209550" y="130552"/>
                        <a:pt x="209550" y="125291"/>
                      </a:cubicBezTo>
                      <a:lnTo>
                        <a:pt x="209550" y="96716"/>
                      </a:lnTo>
                      <a:cubicBezTo>
                        <a:pt x="209550" y="91456"/>
                        <a:pt x="205286" y="87191"/>
                        <a:pt x="200025" y="87191"/>
                      </a:cubicBezTo>
                      <a:close/>
                      <a:moveTo>
                        <a:pt x="104775" y="20516"/>
                      </a:moveTo>
                      <a:lnTo>
                        <a:pt x="136922" y="49091"/>
                      </a:lnTo>
                      <a:lnTo>
                        <a:pt x="72628" y="49091"/>
                      </a:lnTo>
                      <a:close/>
                      <a:moveTo>
                        <a:pt x="56245" y="68141"/>
                      </a:moveTo>
                      <a:lnTo>
                        <a:pt x="153305" y="68141"/>
                      </a:lnTo>
                      <a:lnTo>
                        <a:pt x="158067" y="115766"/>
                      </a:lnTo>
                      <a:lnTo>
                        <a:pt x="114300" y="115766"/>
                      </a:lnTo>
                      <a:lnTo>
                        <a:pt x="114300" y="96716"/>
                      </a:lnTo>
                      <a:cubicBezTo>
                        <a:pt x="114300" y="91456"/>
                        <a:pt x="110036" y="87191"/>
                        <a:pt x="104775" y="87191"/>
                      </a:cubicBezTo>
                      <a:cubicBezTo>
                        <a:pt x="99514" y="87191"/>
                        <a:pt x="95250" y="91456"/>
                        <a:pt x="95250" y="96716"/>
                      </a:cubicBezTo>
                      <a:lnTo>
                        <a:pt x="95250" y="115766"/>
                      </a:lnTo>
                      <a:lnTo>
                        <a:pt x="51471" y="115766"/>
                      </a:lnTo>
                      <a:close/>
                      <a:moveTo>
                        <a:pt x="38100" y="249116"/>
                      </a:moveTo>
                      <a:lnTo>
                        <a:pt x="42862" y="201491"/>
                      </a:lnTo>
                      <a:lnTo>
                        <a:pt x="166688" y="201491"/>
                      </a:lnTo>
                      <a:lnTo>
                        <a:pt x="171450" y="249116"/>
                      </a:lnTo>
                      <a:close/>
                      <a:moveTo>
                        <a:pt x="164771" y="182441"/>
                      </a:moveTo>
                      <a:lnTo>
                        <a:pt x="44779" y="182441"/>
                      </a:lnTo>
                      <a:lnTo>
                        <a:pt x="49542" y="134816"/>
                      </a:lnTo>
                      <a:lnTo>
                        <a:pt x="159984" y="134816"/>
                      </a:lnTo>
                      <a:close/>
                    </a:path>
                  </a:pathLst>
                </a:custGeom>
                <a:solidFill>
                  <a:srgbClr val="D9573B"/>
                </a:solidFill>
                <a:ln>
                  <a:noFill/>
                </a:ln>
              </p:spPr>
            </p:sp>
          </p:grpSp>
          <p:sp>
            <p:nvSpPr>
              <p:cNvPr id="37" name="Rectangle 37"/>
              <p:cNvSpPr/>
              <p:nvPr/>
            </p:nvSpPr>
            <p:spPr>
              <a:xfrm>
                <a:off x="4743450" y="2190750"/>
                <a:ext cx="895350" cy="476250"/>
              </a:xfrm>
              <a:prstGeom prst="roundRect">
                <a:avLst>
                  <a:gd name="adj" fmla="val 12000"/>
                </a:avLst>
              </a:prstGeom>
              <a:solidFill>
                <a:schemeClr val="lt1">
                  <a:alpha val="92000"/>
                </a:schemeClr>
              </a:solidFill>
              <a:ln>
                <a:noFill/>
              </a:ln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4812792" y="2235518"/>
                <a:ext cx="74066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岔路灯城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4813554" y="2461260"/>
                <a:ext cx="33528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D9573B"/>
                    </a:solidFill>
                    <a:latin typeface="+mn-lt"/>
                    <a:ea typeface="+mn-ea"/>
                    <a:cs typeface="+mn-cs"/>
                  </a:rPr>
                  <a:t>魔法</a:t>
                </a:r>
              </a:p>
            </p:txBody>
          </p:sp>
        </p:grpSp>
        <p:grpSp>
          <p:nvGrpSpPr>
            <p:cNvPr id="48" name="region-harbor"/>
            <p:cNvGrpSpPr/>
            <p:nvPr/>
          </p:nvGrpSpPr>
          <p:grpSpPr>
            <a:xfrm>
              <a:off x="6696075" y="3248025"/>
              <a:ext cx="895350" cy="1105281"/>
              <a:chOff x="6696075" y="3248025"/>
              <a:chExt cx="895350" cy="1105281"/>
            </a:xfrm>
          </p:grpSpPr>
          <p:sp>
            <p:nvSpPr>
              <p:cNvPr id="41" name="Ellipse 41"/>
              <p:cNvSpPr/>
              <p:nvPr/>
            </p:nvSpPr>
            <p:spPr>
              <a:xfrm>
                <a:off x="6848475" y="3248025"/>
                <a:ext cx="571500" cy="571500"/>
              </a:xfrm>
              <a:prstGeom prst="ellipse">
                <a:avLst/>
              </a:prstGeom>
              <a:solidFill>
                <a:schemeClr val="lt1"/>
              </a:solidFill>
              <a:ln w="28575">
                <a:solidFill>
                  <a:srgbClr val="4466D6"/>
                </a:solidFill>
              </a:ln>
            </p:spPr>
          </p:sp>
          <p:grpSp>
            <p:nvGrpSpPr>
              <p:cNvPr id="44" name="Group 44"/>
              <p:cNvGrpSpPr/>
              <p:nvPr/>
            </p:nvGrpSpPr>
            <p:grpSpPr>
              <a:xfrm>
                <a:off x="7000875" y="3409950"/>
                <a:ext cx="266700" cy="247650"/>
                <a:chOff x="7000875" y="3409950"/>
                <a:chExt cx="266700" cy="247650"/>
              </a:xfrm>
            </p:grpSpPr>
            <p:sp>
              <p:nvSpPr>
                <p:cNvPr id="42" name="Freeform 42"/>
                <p:cNvSpPr/>
                <p:nvPr/>
              </p:nvSpPr>
              <p:spPr>
                <a:xfrm>
                  <a:off x="7181850" y="3419475"/>
                  <a:ext cx="38100" cy="228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" h="228600">
                      <a:moveTo>
                        <a:pt x="38100" y="9525"/>
                      </a:moveTo>
                      <a:lnTo>
                        <a:pt x="38100" y="228600"/>
                      </a:lnTo>
                      <a:lnTo>
                        <a:pt x="0" y="228600"/>
                      </a:lnTo>
                      <a:lnTo>
                        <a:pt x="0" y="0"/>
                      </a:lnTo>
                      <a:lnTo>
                        <a:pt x="28575" y="0"/>
                      </a:lnTo>
                      <a:cubicBezTo>
                        <a:pt x="33836" y="0"/>
                        <a:pt x="38100" y="4264"/>
                        <a:pt x="38100" y="9525"/>
                      </a:cubicBezTo>
                      <a:close/>
                    </a:path>
                  </a:pathLst>
                </a:custGeom>
                <a:solidFill>
                  <a:srgbClr val="4466D6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43" name="Freeform 43"/>
                <p:cNvSpPr/>
                <p:nvPr/>
              </p:nvSpPr>
              <p:spPr>
                <a:xfrm>
                  <a:off x="7000875" y="3409950"/>
                  <a:ext cx="266700" cy="247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6700" h="247650">
                      <a:moveTo>
                        <a:pt x="257175" y="228600"/>
                      </a:moveTo>
                      <a:lnTo>
                        <a:pt x="228600" y="228600"/>
                      </a:lnTo>
                      <a:lnTo>
                        <a:pt x="228600" y="19050"/>
                      </a:lnTo>
                      <a:cubicBezTo>
                        <a:pt x="228600" y="8529"/>
                        <a:pt x="220071" y="0"/>
                        <a:pt x="209550" y="0"/>
                      </a:cubicBezTo>
                      <a:lnTo>
                        <a:pt x="57150" y="0"/>
                      </a:lnTo>
                      <a:cubicBezTo>
                        <a:pt x="46629" y="0"/>
                        <a:pt x="38100" y="8529"/>
                        <a:pt x="38100" y="19050"/>
                      </a:cubicBezTo>
                      <a:lnTo>
                        <a:pt x="38100" y="228600"/>
                      </a:lnTo>
                      <a:lnTo>
                        <a:pt x="9525" y="228600"/>
                      </a:lnTo>
                      <a:cubicBezTo>
                        <a:pt x="4264" y="228600"/>
                        <a:pt x="0" y="232864"/>
                        <a:pt x="0" y="238125"/>
                      </a:cubicBezTo>
                      <a:cubicBezTo>
                        <a:pt x="0" y="243386"/>
                        <a:pt x="4264" y="247650"/>
                        <a:pt x="9525" y="247650"/>
                      </a:cubicBezTo>
                      <a:lnTo>
                        <a:pt x="257175" y="247650"/>
                      </a:lnTo>
                      <a:cubicBezTo>
                        <a:pt x="262436" y="247650"/>
                        <a:pt x="266700" y="243386"/>
                        <a:pt x="266700" y="238125"/>
                      </a:cubicBezTo>
                      <a:cubicBezTo>
                        <a:pt x="266700" y="232864"/>
                        <a:pt x="262436" y="228600"/>
                        <a:pt x="257175" y="228600"/>
                      </a:cubicBezTo>
                      <a:close/>
                      <a:moveTo>
                        <a:pt x="209550" y="228600"/>
                      </a:moveTo>
                      <a:lnTo>
                        <a:pt x="190500" y="228600"/>
                      </a:lnTo>
                      <a:lnTo>
                        <a:pt x="190500" y="19050"/>
                      </a:lnTo>
                      <a:lnTo>
                        <a:pt x="209550" y="19050"/>
                      </a:lnTo>
                      <a:close/>
                      <a:moveTo>
                        <a:pt x="57150" y="19050"/>
                      </a:moveTo>
                      <a:lnTo>
                        <a:pt x="171450" y="19050"/>
                      </a:lnTo>
                      <a:lnTo>
                        <a:pt x="171450" y="228600"/>
                      </a:lnTo>
                      <a:lnTo>
                        <a:pt x="57150" y="228600"/>
                      </a:lnTo>
                      <a:close/>
                      <a:moveTo>
                        <a:pt x="152400" y="128588"/>
                      </a:moveTo>
                      <a:cubicBezTo>
                        <a:pt x="152400" y="136478"/>
                        <a:pt x="146003" y="142875"/>
                        <a:pt x="138112" y="142875"/>
                      </a:cubicBezTo>
                      <a:cubicBezTo>
                        <a:pt x="130222" y="142875"/>
                        <a:pt x="123825" y="136478"/>
                        <a:pt x="123825" y="128588"/>
                      </a:cubicBezTo>
                      <a:cubicBezTo>
                        <a:pt x="123825" y="120697"/>
                        <a:pt x="130222" y="114300"/>
                        <a:pt x="138112" y="114300"/>
                      </a:cubicBezTo>
                      <a:cubicBezTo>
                        <a:pt x="146003" y="114300"/>
                        <a:pt x="152400" y="120697"/>
                        <a:pt x="152400" y="128588"/>
                      </a:cubicBezTo>
                      <a:close/>
                    </a:path>
                  </a:pathLst>
                </a:custGeom>
                <a:solidFill>
                  <a:srgbClr val="4466D6"/>
                </a:solidFill>
                <a:ln>
                  <a:noFill/>
                </a:ln>
              </p:spPr>
            </p:sp>
          </p:grpSp>
          <p:sp>
            <p:nvSpPr>
              <p:cNvPr id="45" name="Rectangle 45"/>
              <p:cNvSpPr/>
              <p:nvPr/>
            </p:nvSpPr>
            <p:spPr>
              <a:xfrm>
                <a:off x="6696075" y="3857625"/>
                <a:ext cx="895350" cy="476250"/>
              </a:xfrm>
              <a:prstGeom prst="roundRect">
                <a:avLst>
                  <a:gd name="adj" fmla="val 12000"/>
                </a:avLst>
              </a:prstGeom>
              <a:solidFill>
                <a:schemeClr val="lt1">
                  <a:alpha val="92000"/>
                </a:schemeClr>
              </a:solidFill>
              <a:ln>
                <a:noFill/>
              </a:ln>
            </p:spPr>
          </p:sp>
          <p:sp>
            <p:nvSpPr>
              <p:cNvPr id="46" name="TextBox 46"/>
              <p:cNvSpPr txBox="1"/>
              <p:nvPr/>
            </p:nvSpPr>
            <p:spPr>
              <a:xfrm>
                <a:off x="6763893" y="3892868"/>
                <a:ext cx="74066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双门渡港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6966585" y="4118610"/>
                <a:ext cx="33528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6F8BF0"/>
                    </a:solidFill>
                    <a:latin typeface="+mn-lt"/>
                    <a:ea typeface="+mn-ea"/>
                    <a:cs typeface="+mn-cs"/>
                  </a:rPr>
                  <a:t>空间</a:t>
                </a:r>
              </a:p>
            </p:txBody>
          </p:sp>
        </p:grpSp>
        <p:grpSp>
          <p:nvGrpSpPr>
            <p:cNvPr id="56" name="region-river"/>
            <p:cNvGrpSpPr/>
            <p:nvPr/>
          </p:nvGrpSpPr>
          <p:grpSpPr>
            <a:xfrm>
              <a:off x="5810250" y="5067300"/>
              <a:ext cx="1504950" cy="571500"/>
              <a:chOff x="5810250" y="5067300"/>
              <a:chExt cx="1504950" cy="571500"/>
            </a:xfrm>
          </p:grpSpPr>
          <p:sp>
            <p:nvSpPr>
              <p:cNvPr id="49" name="Ellipse 49"/>
              <p:cNvSpPr/>
              <p:nvPr/>
            </p:nvSpPr>
            <p:spPr>
              <a:xfrm>
                <a:off x="5810250" y="5067300"/>
                <a:ext cx="571500" cy="571500"/>
              </a:xfrm>
              <a:prstGeom prst="ellipse">
                <a:avLst/>
              </a:prstGeom>
              <a:solidFill>
                <a:schemeClr val="lt1"/>
              </a:solidFill>
              <a:ln w="28575">
                <a:solidFill>
                  <a:srgbClr val="7C9B5C"/>
                </a:solidFill>
              </a:ln>
            </p:spPr>
          </p:sp>
          <p:grpSp>
            <p:nvGrpSpPr>
              <p:cNvPr id="52" name="Group 52"/>
              <p:cNvGrpSpPr/>
              <p:nvPr/>
            </p:nvGrpSpPr>
            <p:grpSpPr>
              <a:xfrm>
                <a:off x="5950791" y="5245144"/>
                <a:ext cx="291263" cy="231731"/>
                <a:chOff x="5950791" y="5245144"/>
                <a:chExt cx="291263" cy="231731"/>
              </a:xfrm>
            </p:grpSpPr>
            <p:sp>
              <p:nvSpPr>
                <p:cNvPr id="50" name="Freeform 50"/>
                <p:cNvSpPr/>
                <p:nvPr/>
              </p:nvSpPr>
              <p:spPr>
                <a:xfrm>
                  <a:off x="5958435" y="5251906"/>
                  <a:ext cx="276868" cy="1669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6868" h="166938">
                      <a:moveTo>
                        <a:pt x="150114" y="126694"/>
                      </a:moveTo>
                      <a:cubicBezTo>
                        <a:pt x="112109" y="63341"/>
                        <a:pt x="162782" y="0"/>
                        <a:pt x="270474" y="6334"/>
                      </a:cubicBezTo>
                      <a:cubicBezTo>
                        <a:pt x="276868" y="114026"/>
                        <a:pt x="213467" y="164711"/>
                        <a:pt x="150114" y="126694"/>
                      </a:cubicBezTo>
                      <a:close/>
                      <a:moveTo>
                        <a:pt x="4524" y="53828"/>
                      </a:moveTo>
                      <a:cubicBezTo>
                        <a:pt x="0" y="130754"/>
                        <a:pt x="45256" y="166938"/>
                        <a:pt x="90499" y="139803"/>
                      </a:cubicBezTo>
                      <a:cubicBezTo>
                        <a:pt x="117646" y="94559"/>
                        <a:pt x="81451" y="49304"/>
                        <a:pt x="4524" y="53828"/>
                      </a:cubicBezTo>
                      <a:close/>
                    </a:path>
                  </a:pathLst>
                </a:custGeom>
                <a:solidFill>
                  <a:srgbClr val="7C9B5C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51" name="Freeform 51"/>
                <p:cNvSpPr/>
                <p:nvPr/>
              </p:nvSpPr>
              <p:spPr>
                <a:xfrm>
                  <a:off x="5950791" y="5245144"/>
                  <a:ext cx="291263" cy="2317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1263" h="231731">
                      <a:moveTo>
                        <a:pt x="287643" y="12525"/>
                      </a:moveTo>
                      <a:cubicBezTo>
                        <a:pt x="287361" y="7702"/>
                        <a:pt x="283513" y="3854"/>
                        <a:pt x="278690" y="3572"/>
                      </a:cubicBezTo>
                      <a:cubicBezTo>
                        <a:pt x="217063" y="0"/>
                        <a:pt x="167580" y="18740"/>
                        <a:pt x="146316" y="53840"/>
                      </a:cubicBezTo>
                      <a:cubicBezTo>
                        <a:pt x="132267" y="77033"/>
                        <a:pt x="132290" y="105227"/>
                        <a:pt x="146125" y="132112"/>
                      </a:cubicBezTo>
                      <a:cubicBezTo>
                        <a:pt x="138259" y="141469"/>
                        <a:pt x="132504" y="152414"/>
                        <a:pt x="129254" y="164199"/>
                      </a:cubicBezTo>
                      <a:lnTo>
                        <a:pt x="109883" y="144816"/>
                      </a:lnTo>
                      <a:cubicBezTo>
                        <a:pt x="119193" y="125373"/>
                        <a:pt x="118836" y="105096"/>
                        <a:pt x="108692" y="88273"/>
                      </a:cubicBezTo>
                      <a:cubicBezTo>
                        <a:pt x="92928" y="62341"/>
                        <a:pt x="56650" y="48375"/>
                        <a:pt x="11609" y="51078"/>
                      </a:cubicBezTo>
                      <a:cubicBezTo>
                        <a:pt x="6785" y="51359"/>
                        <a:pt x="2937" y="55208"/>
                        <a:pt x="2655" y="60031"/>
                      </a:cubicBezTo>
                      <a:cubicBezTo>
                        <a:pt x="0" y="105073"/>
                        <a:pt x="13918" y="141351"/>
                        <a:pt x="39862" y="157067"/>
                      </a:cubicBezTo>
                      <a:cubicBezTo>
                        <a:pt x="48439" y="162302"/>
                        <a:pt x="58294" y="165067"/>
                        <a:pt x="68342" y="165056"/>
                      </a:cubicBezTo>
                      <a:cubicBezTo>
                        <a:pt x="78080" y="164936"/>
                        <a:pt x="87667" y="162629"/>
                        <a:pt x="96393" y="158306"/>
                      </a:cubicBezTo>
                      <a:lnTo>
                        <a:pt x="126159" y="188071"/>
                      </a:lnTo>
                      <a:lnTo>
                        <a:pt x="126159" y="222206"/>
                      </a:lnTo>
                      <a:cubicBezTo>
                        <a:pt x="126159" y="227467"/>
                        <a:pt x="130423" y="231731"/>
                        <a:pt x="135684" y="231731"/>
                      </a:cubicBezTo>
                      <a:cubicBezTo>
                        <a:pt x="140944" y="231731"/>
                        <a:pt x="145209" y="227467"/>
                        <a:pt x="145209" y="222206"/>
                      </a:cubicBezTo>
                      <a:lnTo>
                        <a:pt x="145209" y="187095"/>
                      </a:lnTo>
                      <a:cubicBezTo>
                        <a:pt x="145166" y="171942"/>
                        <a:pt x="150323" y="157233"/>
                        <a:pt x="159818" y="145423"/>
                      </a:cubicBezTo>
                      <a:cubicBezTo>
                        <a:pt x="172069" y="151825"/>
                        <a:pt x="185655" y="155252"/>
                        <a:pt x="199477" y="155424"/>
                      </a:cubicBezTo>
                      <a:cubicBezTo>
                        <a:pt x="212841" y="155467"/>
                        <a:pt x="225956" y="151817"/>
                        <a:pt x="237375" y="144875"/>
                      </a:cubicBezTo>
                      <a:cubicBezTo>
                        <a:pt x="272475" y="123635"/>
                        <a:pt x="291263" y="74152"/>
                        <a:pt x="287643" y="12525"/>
                      </a:cubicBezTo>
                      <a:close/>
                      <a:moveTo>
                        <a:pt x="95274" y="130219"/>
                      </a:moveTo>
                      <a:lnTo>
                        <a:pt x="66211" y="101167"/>
                      </a:lnTo>
                      <a:cubicBezTo>
                        <a:pt x="62466" y="97610"/>
                        <a:pt x="56567" y="97685"/>
                        <a:pt x="52915" y="101338"/>
                      </a:cubicBezTo>
                      <a:cubicBezTo>
                        <a:pt x="49262" y="104990"/>
                        <a:pt x="49187" y="110888"/>
                        <a:pt x="52745" y="114633"/>
                      </a:cubicBezTo>
                      <a:lnTo>
                        <a:pt x="81808" y="143697"/>
                      </a:lnTo>
                      <a:cubicBezTo>
                        <a:pt x="70366" y="147483"/>
                        <a:pt x="59269" y="146542"/>
                        <a:pt x="49732" y="140768"/>
                      </a:cubicBezTo>
                      <a:cubicBezTo>
                        <a:pt x="31468" y="129707"/>
                        <a:pt x="21134" y="103525"/>
                        <a:pt x="21384" y="69806"/>
                      </a:cubicBezTo>
                      <a:cubicBezTo>
                        <a:pt x="55090" y="69509"/>
                        <a:pt x="81284" y="79891"/>
                        <a:pt x="92345" y="98155"/>
                      </a:cubicBezTo>
                      <a:cubicBezTo>
                        <a:pt x="98119" y="107692"/>
                        <a:pt x="99060" y="118789"/>
                        <a:pt x="95274" y="130219"/>
                      </a:cubicBezTo>
                      <a:close/>
                      <a:moveTo>
                        <a:pt x="227505" y="128599"/>
                      </a:moveTo>
                      <a:cubicBezTo>
                        <a:pt x="211550" y="138255"/>
                        <a:pt x="192798" y="138994"/>
                        <a:pt x="173748" y="130981"/>
                      </a:cubicBezTo>
                      <a:lnTo>
                        <a:pt x="237673" y="67044"/>
                      </a:lnTo>
                      <a:cubicBezTo>
                        <a:pt x="241394" y="63326"/>
                        <a:pt x="241397" y="57294"/>
                        <a:pt x="237679" y="53572"/>
                      </a:cubicBezTo>
                      <a:cubicBezTo>
                        <a:pt x="233960" y="49850"/>
                        <a:pt x="227928" y="49848"/>
                        <a:pt x="224207" y="53566"/>
                      </a:cubicBezTo>
                      <a:lnTo>
                        <a:pt x="160270" y="117431"/>
                      </a:lnTo>
                      <a:cubicBezTo>
                        <a:pt x="152221" y="98381"/>
                        <a:pt x="152948" y="79617"/>
                        <a:pt x="162651" y="63675"/>
                      </a:cubicBezTo>
                      <a:cubicBezTo>
                        <a:pt x="179249" y="36290"/>
                        <a:pt x="218611" y="21050"/>
                        <a:pt x="269010" y="22205"/>
                      </a:cubicBezTo>
                      <a:cubicBezTo>
                        <a:pt x="270153" y="72592"/>
                        <a:pt x="254913" y="112002"/>
                        <a:pt x="227505" y="128599"/>
                      </a:cubicBezTo>
                      <a:close/>
                    </a:path>
                  </a:pathLst>
                </a:custGeom>
                <a:solidFill>
                  <a:srgbClr val="7C9B5C"/>
                </a:solidFill>
                <a:ln>
                  <a:noFill/>
                </a:ln>
              </p:spPr>
            </p:sp>
          </p:grpSp>
          <p:sp>
            <p:nvSpPr>
              <p:cNvPr id="53" name="Rectangle 53"/>
              <p:cNvSpPr/>
              <p:nvPr/>
            </p:nvSpPr>
            <p:spPr>
              <a:xfrm>
                <a:off x="6419850" y="5124450"/>
                <a:ext cx="895350" cy="476250"/>
              </a:xfrm>
              <a:prstGeom prst="roundRect">
                <a:avLst>
                  <a:gd name="adj" fmla="val 12000"/>
                </a:avLst>
              </a:prstGeom>
              <a:solidFill>
                <a:schemeClr val="lt1">
                  <a:alpha val="92000"/>
                </a:schemeClr>
              </a:solidFill>
              <a:ln>
                <a:noFill/>
              </a:ln>
            </p:spPr>
          </p:sp>
          <p:sp>
            <p:nvSpPr>
              <p:cNvPr id="54" name="TextBox 54"/>
              <p:cNvSpPr txBox="1"/>
              <p:nvPr/>
            </p:nvSpPr>
            <p:spPr>
              <a:xfrm>
                <a:off x="6489192" y="5169218"/>
                <a:ext cx="74066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返生河庭</a:t>
                </a: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6489954" y="5394960"/>
                <a:ext cx="33528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7C9B5C"/>
                    </a:solidFill>
                    <a:latin typeface="+mn-lt"/>
                    <a:ea typeface="+mn-ea"/>
                    <a:cs typeface="+mn-cs"/>
                  </a:rPr>
                  <a:t>生命</a:t>
                </a:r>
              </a:p>
            </p:txBody>
          </p:sp>
        </p:grpSp>
        <p:grpSp>
          <p:nvGrpSpPr>
            <p:cNvPr id="64" name="region-forge"/>
            <p:cNvGrpSpPr/>
            <p:nvPr/>
          </p:nvGrpSpPr>
          <p:grpSpPr>
            <a:xfrm>
              <a:off x="1524000" y="5067300"/>
              <a:ext cx="1504950" cy="571500"/>
              <a:chOff x="1524000" y="5067300"/>
              <a:chExt cx="1504950" cy="571500"/>
            </a:xfrm>
          </p:grpSpPr>
          <p:sp>
            <p:nvSpPr>
              <p:cNvPr id="57" name="Ellipse 57"/>
              <p:cNvSpPr/>
              <p:nvPr/>
            </p:nvSpPr>
            <p:spPr>
              <a:xfrm>
                <a:off x="2457450" y="5067300"/>
                <a:ext cx="571500" cy="571500"/>
              </a:xfrm>
              <a:prstGeom prst="ellipse">
                <a:avLst/>
              </a:prstGeom>
              <a:solidFill>
                <a:schemeClr val="lt1"/>
              </a:solidFill>
              <a:ln w="28575">
                <a:solidFill>
                  <a:srgbClr val="8E86A8"/>
                </a:solidFill>
              </a:ln>
            </p:spPr>
          </p:sp>
          <p:grpSp>
            <p:nvGrpSpPr>
              <p:cNvPr id="60" name="Group 60"/>
              <p:cNvGrpSpPr/>
              <p:nvPr/>
            </p:nvGrpSpPr>
            <p:grpSpPr>
              <a:xfrm>
                <a:off x="2609850" y="5248275"/>
                <a:ext cx="266700" cy="209550"/>
                <a:chOff x="2609850" y="5248275"/>
                <a:chExt cx="266700" cy="209550"/>
              </a:xfrm>
            </p:grpSpPr>
            <p:sp>
              <p:nvSpPr>
                <p:cNvPr id="58" name="Freeform 58"/>
                <p:cNvSpPr/>
                <p:nvPr/>
              </p:nvSpPr>
              <p:spPr>
                <a:xfrm>
                  <a:off x="2705100" y="5257800"/>
                  <a:ext cx="161925" cy="190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1925" h="190500">
                      <a:moveTo>
                        <a:pt x="28575" y="57150"/>
                      </a:moveTo>
                      <a:cubicBezTo>
                        <a:pt x="12793" y="57150"/>
                        <a:pt x="0" y="44357"/>
                        <a:pt x="0" y="28575"/>
                      </a:cubicBezTo>
                      <a:cubicBezTo>
                        <a:pt x="0" y="12793"/>
                        <a:pt x="12793" y="0"/>
                        <a:pt x="28575" y="0"/>
                      </a:cubicBezTo>
                      <a:cubicBezTo>
                        <a:pt x="44357" y="0"/>
                        <a:pt x="57150" y="12793"/>
                        <a:pt x="57150" y="28575"/>
                      </a:cubicBezTo>
                      <a:cubicBezTo>
                        <a:pt x="57150" y="44357"/>
                        <a:pt x="44357" y="57150"/>
                        <a:pt x="28575" y="57150"/>
                      </a:cubicBezTo>
                      <a:close/>
                      <a:moveTo>
                        <a:pt x="133350" y="38100"/>
                      </a:moveTo>
                      <a:cubicBezTo>
                        <a:pt x="117568" y="38100"/>
                        <a:pt x="104775" y="50893"/>
                        <a:pt x="104775" y="66675"/>
                      </a:cubicBezTo>
                      <a:cubicBezTo>
                        <a:pt x="104775" y="82457"/>
                        <a:pt x="117568" y="95250"/>
                        <a:pt x="133350" y="95250"/>
                      </a:cubicBezTo>
                      <a:cubicBezTo>
                        <a:pt x="149132" y="95250"/>
                        <a:pt x="161925" y="82457"/>
                        <a:pt x="161925" y="66675"/>
                      </a:cubicBezTo>
                      <a:cubicBezTo>
                        <a:pt x="161925" y="50893"/>
                        <a:pt x="149132" y="38100"/>
                        <a:pt x="133350" y="38100"/>
                      </a:cubicBezTo>
                      <a:close/>
                      <a:moveTo>
                        <a:pt x="66675" y="133350"/>
                      </a:moveTo>
                      <a:cubicBezTo>
                        <a:pt x="50893" y="133350"/>
                        <a:pt x="38100" y="146143"/>
                        <a:pt x="38100" y="161925"/>
                      </a:cubicBezTo>
                      <a:cubicBezTo>
                        <a:pt x="38100" y="177707"/>
                        <a:pt x="50893" y="190500"/>
                        <a:pt x="66675" y="190500"/>
                      </a:cubicBezTo>
                      <a:cubicBezTo>
                        <a:pt x="82457" y="190500"/>
                        <a:pt x="95250" y="177707"/>
                        <a:pt x="95250" y="161925"/>
                      </a:cubicBezTo>
                      <a:cubicBezTo>
                        <a:pt x="95250" y="146143"/>
                        <a:pt x="82457" y="133350"/>
                        <a:pt x="66675" y="133350"/>
                      </a:cubicBezTo>
                      <a:close/>
                    </a:path>
                  </a:pathLst>
                </a:custGeom>
                <a:solidFill>
                  <a:srgbClr val="8E86A8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59" name="Freeform 59"/>
                <p:cNvSpPr/>
                <p:nvPr/>
              </p:nvSpPr>
              <p:spPr>
                <a:xfrm>
                  <a:off x="2609850" y="5248275"/>
                  <a:ext cx="266700" cy="209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6700" h="209550">
                      <a:moveTo>
                        <a:pt x="200025" y="171450"/>
                      </a:moveTo>
                      <a:cubicBezTo>
                        <a:pt x="200025" y="192492"/>
                        <a:pt x="182967" y="209550"/>
                        <a:pt x="161925" y="209550"/>
                      </a:cubicBezTo>
                      <a:cubicBezTo>
                        <a:pt x="145613" y="209550"/>
                        <a:pt x="129838" y="198918"/>
                        <a:pt x="124420" y="184285"/>
                      </a:cubicBezTo>
                      <a:cubicBezTo>
                        <a:pt x="122705" y="179384"/>
                        <a:pt x="125232" y="174013"/>
                        <a:pt x="130100" y="172208"/>
                      </a:cubicBezTo>
                      <a:cubicBezTo>
                        <a:pt x="134969" y="170403"/>
                        <a:pt x="140386" y="172830"/>
                        <a:pt x="142280" y="177665"/>
                      </a:cubicBezTo>
                      <a:cubicBezTo>
                        <a:pt x="144947" y="184868"/>
                        <a:pt x="153591" y="190500"/>
                        <a:pt x="161925" y="190500"/>
                      </a:cubicBezTo>
                      <a:cubicBezTo>
                        <a:pt x="172446" y="190500"/>
                        <a:pt x="180975" y="181971"/>
                        <a:pt x="180975" y="171450"/>
                      </a:cubicBezTo>
                      <a:cubicBezTo>
                        <a:pt x="180975" y="160929"/>
                        <a:pt x="172446" y="152400"/>
                        <a:pt x="161925" y="152400"/>
                      </a:cubicBezTo>
                      <a:lnTo>
                        <a:pt x="28575" y="152400"/>
                      </a:lnTo>
                      <a:cubicBezTo>
                        <a:pt x="23314" y="152400"/>
                        <a:pt x="19050" y="148136"/>
                        <a:pt x="19050" y="142875"/>
                      </a:cubicBezTo>
                      <a:cubicBezTo>
                        <a:pt x="19050" y="137614"/>
                        <a:pt x="23314" y="133350"/>
                        <a:pt x="28575" y="133350"/>
                      </a:cubicBezTo>
                      <a:lnTo>
                        <a:pt x="161925" y="133350"/>
                      </a:lnTo>
                      <a:cubicBezTo>
                        <a:pt x="182967" y="133350"/>
                        <a:pt x="200025" y="150408"/>
                        <a:pt x="200025" y="171450"/>
                      </a:cubicBezTo>
                      <a:close/>
                      <a:moveTo>
                        <a:pt x="123825" y="76200"/>
                      </a:moveTo>
                      <a:cubicBezTo>
                        <a:pt x="144867" y="76200"/>
                        <a:pt x="161925" y="59142"/>
                        <a:pt x="161925" y="38100"/>
                      </a:cubicBezTo>
                      <a:cubicBezTo>
                        <a:pt x="161925" y="17058"/>
                        <a:pt x="144867" y="0"/>
                        <a:pt x="123825" y="0"/>
                      </a:cubicBezTo>
                      <a:cubicBezTo>
                        <a:pt x="107513" y="0"/>
                        <a:pt x="91738" y="10632"/>
                        <a:pt x="86320" y="25265"/>
                      </a:cubicBezTo>
                      <a:cubicBezTo>
                        <a:pt x="84605" y="30166"/>
                        <a:pt x="87132" y="35537"/>
                        <a:pt x="92000" y="37342"/>
                      </a:cubicBezTo>
                      <a:cubicBezTo>
                        <a:pt x="96869" y="39147"/>
                        <a:pt x="102286" y="36720"/>
                        <a:pt x="104180" y="31885"/>
                      </a:cubicBezTo>
                      <a:cubicBezTo>
                        <a:pt x="106847" y="24682"/>
                        <a:pt x="115491" y="19050"/>
                        <a:pt x="123825" y="19050"/>
                      </a:cubicBezTo>
                      <a:cubicBezTo>
                        <a:pt x="134346" y="19050"/>
                        <a:pt x="142875" y="27579"/>
                        <a:pt x="142875" y="38100"/>
                      </a:cubicBezTo>
                      <a:cubicBezTo>
                        <a:pt x="142875" y="48621"/>
                        <a:pt x="134346" y="57150"/>
                        <a:pt x="123825" y="57150"/>
                      </a:cubicBezTo>
                      <a:lnTo>
                        <a:pt x="9525" y="57150"/>
                      </a:lnTo>
                      <a:cubicBezTo>
                        <a:pt x="4264" y="57150"/>
                        <a:pt x="0" y="61414"/>
                        <a:pt x="0" y="66675"/>
                      </a:cubicBezTo>
                      <a:cubicBezTo>
                        <a:pt x="0" y="71936"/>
                        <a:pt x="4264" y="76200"/>
                        <a:pt x="9525" y="76200"/>
                      </a:cubicBezTo>
                      <a:close/>
                      <a:moveTo>
                        <a:pt x="228600" y="38100"/>
                      </a:moveTo>
                      <a:cubicBezTo>
                        <a:pt x="212288" y="38100"/>
                        <a:pt x="196513" y="48732"/>
                        <a:pt x="191095" y="63365"/>
                      </a:cubicBezTo>
                      <a:cubicBezTo>
                        <a:pt x="189380" y="68266"/>
                        <a:pt x="191907" y="73637"/>
                        <a:pt x="196775" y="75442"/>
                      </a:cubicBezTo>
                      <a:cubicBezTo>
                        <a:pt x="201644" y="77247"/>
                        <a:pt x="207061" y="74820"/>
                        <a:pt x="208955" y="69985"/>
                      </a:cubicBezTo>
                      <a:cubicBezTo>
                        <a:pt x="211622" y="62782"/>
                        <a:pt x="220266" y="57150"/>
                        <a:pt x="228600" y="57150"/>
                      </a:cubicBezTo>
                      <a:cubicBezTo>
                        <a:pt x="239121" y="57150"/>
                        <a:pt x="247650" y="65679"/>
                        <a:pt x="247650" y="76200"/>
                      </a:cubicBezTo>
                      <a:cubicBezTo>
                        <a:pt x="247650" y="86721"/>
                        <a:pt x="239121" y="95250"/>
                        <a:pt x="228600" y="95250"/>
                      </a:cubicBezTo>
                      <a:lnTo>
                        <a:pt x="19050" y="95250"/>
                      </a:lnTo>
                      <a:cubicBezTo>
                        <a:pt x="13789" y="95250"/>
                        <a:pt x="9525" y="99514"/>
                        <a:pt x="9525" y="104775"/>
                      </a:cubicBezTo>
                      <a:cubicBezTo>
                        <a:pt x="9525" y="110036"/>
                        <a:pt x="13789" y="114300"/>
                        <a:pt x="19050" y="114300"/>
                      </a:cubicBezTo>
                      <a:lnTo>
                        <a:pt x="228600" y="114300"/>
                      </a:lnTo>
                      <a:cubicBezTo>
                        <a:pt x="249642" y="114300"/>
                        <a:pt x="266700" y="97242"/>
                        <a:pt x="266700" y="76200"/>
                      </a:cubicBezTo>
                      <a:cubicBezTo>
                        <a:pt x="266700" y="55158"/>
                        <a:pt x="249642" y="38100"/>
                        <a:pt x="228600" y="38100"/>
                      </a:cubicBezTo>
                      <a:close/>
                    </a:path>
                  </a:pathLst>
                </a:custGeom>
                <a:solidFill>
                  <a:srgbClr val="8E86A8"/>
                </a:solidFill>
                <a:ln>
                  <a:noFill/>
                </a:ln>
              </p:spPr>
            </p:sp>
          </p:grpSp>
          <p:sp>
            <p:nvSpPr>
              <p:cNvPr id="61" name="Rectangle 61"/>
              <p:cNvSpPr/>
              <p:nvPr/>
            </p:nvSpPr>
            <p:spPr>
              <a:xfrm>
                <a:off x="1524000" y="5124450"/>
                <a:ext cx="895350" cy="476250"/>
              </a:xfrm>
              <a:prstGeom prst="roundRect">
                <a:avLst>
                  <a:gd name="adj" fmla="val 12000"/>
                </a:avLst>
              </a:prstGeom>
              <a:solidFill>
                <a:schemeClr val="lt1">
                  <a:alpha val="92000"/>
                </a:schemeClr>
              </a:solidFill>
              <a:ln>
                <a:noFill/>
              </a:ln>
            </p:spPr>
          </p:sp>
          <p:sp>
            <p:nvSpPr>
              <p:cNvPr id="62" name="TextBox 62"/>
              <p:cNvSpPr txBox="1"/>
              <p:nvPr/>
            </p:nvSpPr>
            <p:spPr>
              <a:xfrm>
                <a:off x="1609344" y="5169218"/>
                <a:ext cx="74066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澄空铸庭</a:t>
                </a:r>
              </a:p>
            </p:txBody>
          </p:sp>
          <p:sp>
            <p:nvSpPr>
              <p:cNvPr id="63" name="TextBox 63"/>
              <p:cNvSpPr txBox="1"/>
              <p:nvPr/>
            </p:nvSpPr>
            <p:spPr>
              <a:xfrm>
                <a:off x="2013966" y="5394960"/>
                <a:ext cx="33528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200" dirty="0">
                    <a:solidFill>
                      <a:srgbClr val="8E86A8"/>
                    </a:solidFill>
                    <a:latin typeface="+mn-lt"/>
                    <a:ea typeface="+mn-ea"/>
                    <a:cs typeface="+mn-cs"/>
                  </a:rPr>
                  <a:t>以太</a:t>
                </a:r>
              </a:p>
            </p:txBody>
          </p:sp>
        </p:grpSp>
        <p:grpSp>
          <p:nvGrpSpPr>
            <p:cNvPr id="72" name="region-gates"/>
            <p:cNvGrpSpPr/>
            <p:nvPr/>
          </p:nvGrpSpPr>
          <p:grpSpPr>
            <a:xfrm>
              <a:off x="1266825" y="3248025"/>
              <a:ext cx="895350" cy="1105281"/>
              <a:chOff x="1266825" y="3248025"/>
              <a:chExt cx="895350" cy="1105281"/>
            </a:xfrm>
          </p:grpSpPr>
          <p:sp>
            <p:nvSpPr>
              <p:cNvPr id="65" name="Ellipse 65"/>
              <p:cNvSpPr/>
              <p:nvPr/>
            </p:nvSpPr>
            <p:spPr>
              <a:xfrm>
                <a:off x="1419225" y="3248025"/>
                <a:ext cx="571500" cy="571500"/>
              </a:xfrm>
              <a:prstGeom prst="ellipse">
                <a:avLst/>
              </a:prstGeom>
              <a:solidFill>
                <a:schemeClr val="lt1"/>
              </a:solidFill>
              <a:ln w="28575">
                <a:solidFill>
                  <a:srgbClr val="D8DCE3"/>
                </a:solidFill>
              </a:ln>
            </p:spPr>
          </p:sp>
          <p:grpSp>
            <p:nvGrpSpPr>
              <p:cNvPr id="68" name="Group 68"/>
              <p:cNvGrpSpPr/>
              <p:nvPr/>
            </p:nvGrpSpPr>
            <p:grpSpPr>
              <a:xfrm>
                <a:off x="1590675" y="3418487"/>
                <a:ext cx="228600" cy="248578"/>
                <a:chOff x="1590675" y="3418487"/>
                <a:chExt cx="228600" cy="248578"/>
              </a:xfrm>
            </p:grpSpPr>
            <p:sp>
              <p:nvSpPr>
                <p:cNvPr id="66" name="Freeform 66"/>
                <p:cNvSpPr/>
                <p:nvPr/>
              </p:nvSpPr>
              <p:spPr>
                <a:xfrm>
                  <a:off x="1600196" y="3428495"/>
                  <a:ext cx="209554" cy="2291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9554" h="229105">
                      <a:moveTo>
                        <a:pt x="209554" y="10030"/>
                      </a:moveTo>
                      <a:lnTo>
                        <a:pt x="209554" y="76431"/>
                      </a:lnTo>
                      <a:cubicBezTo>
                        <a:pt x="209554" y="160763"/>
                        <a:pt x="162643" y="229105"/>
                        <a:pt x="104779" y="229105"/>
                      </a:cubicBezTo>
                      <a:cubicBezTo>
                        <a:pt x="46915" y="229105"/>
                        <a:pt x="4" y="160763"/>
                        <a:pt x="4" y="76455"/>
                      </a:cubicBezTo>
                      <a:lnTo>
                        <a:pt x="4" y="10030"/>
                      </a:lnTo>
                      <a:cubicBezTo>
                        <a:pt x="0" y="6885"/>
                        <a:pt x="1548" y="3942"/>
                        <a:pt x="4141" y="2163"/>
                      </a:cubicBezTo>
                      <a:cubicBezTo>
                        <a:pt x="6734" y="384"/>
                        <a:pt x="10038" y="0"/>
                        <a:pt x="12970" y="1136"/>
                      </a:cubicBezTo>
                      <a:cubicBezTo>
                        <a:pt x="30960" y="8137"/>
                        <a:pt x="65619" y="19210"/>
                        <a:pt x="104779" y="19210"/>
                      </a:cubicBezTo>
                      <a:cubicBezTo>
                        <a:pt x="143939" y="19210"/>
                        <a:pt x="178598" y="8137"/>
                        <a:pt x="196588" y="1160"/>
                      </a:cubicBezTo>
                      <a:cubicBezTo>
                        <a:pt x="199516" y="25"/>
                        <a:pt x="202815" y="407"/>
                        <a:pt x="205407" y="2180"/>
                      </a:cubicBezTo>
                      <a:cubicBezTo>
                        <a:pt x="207999" y="3953"/>
                        <a:pt x="209550" y="6890"/>
                        <a:pt x="209554" y="10030"/>
                      </a:cubicBezTo>
                      <a:close/>
                    </a:path>
                  </a:pathLst>
                </a:custGeom>
                <a:solidFill>
                  <a:srgbClr val="D8DCE3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67" name="Freeform 67"/>
                <p:cNvSpPr/>
                <p:nvPr/>
              </p:nvSpPr>
              <p:spPr>
                <a:xfrm>
                  <a:off x="1590675" y="3418487"/>
                  <a:ext cx="228600" cy="2485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600" h="248578">
                      <a:moveTo>
                        <a:pt x="220266" y="4321"/>
                      </a:moveTo>
                      <a:cubicBezTo>
                        <a:pt x="215084" y="762"/>
                        <a:pt x="208476" y="0"/>
                        <a:pt x="202621" y="2285"/>
                      </a:cubicBezTo>
                      <a:cubicBezTo>
                        <a:pt x="185916" y="8786"/>
                        <a:pt x="152186" y="19692"/>
                        <a:pt x="114300" y="19692"/>
                      </a:cubicBezTo>
                      <a:cubicBezTo>
                        <a:pt x="76414" y="19692"/>
                        <a:pt x="42672" y="8786"/>
                        <a:pt x="25944" y="2285"/>
                      </a:cubicBezTo>
                      <a:cubicBezTo>
                        <a:pt x="20084" y="11"/>
                        <a:pt x="13480" y="773"/>
                        <a:pt x="8292" y="4323"/>
                      </a:cubicBezTo>
                      <a:cubicBezTo>
                        <a:pt x="3105" y="7872"/>
                        <a:pt x="2" y="13752"/>
                        <a:pt x="0" y="20038"/>
                      </a:cubicBezTo>
                      <a:lnTo>
                        <a:pt x="0" y="86439"/>
                      </a:lnTo>
                      <a:cubicBezTo>
                        <a:pt x="0" y="129111"/>
                        <a:pt x="11490" y="169366"/>
                        <a:pt x="32361" y="199762"/>
                      </a:cubicBezTo>
                      <a:cubicBezTo>
                        <a:pt x="53983" y="231266"/>
                        <a:pt x="83082" y="248578"/>
                        <a:pt x="114300" y="248578"/>
                      </a:cubicBezTo>
                      <a:cubicBezTo>
                        <a:pt x="145518" y="248578"/>
                        <a:pt x="174617" y="231231"/>
                        <a:pt x="196239" y="199762"/>
                      </a:cubicBezTo>
                      <a:cubicBezTo>
                        <a:pt x="217110" y="169390"/>
                        <a:pt x="228600" y="129135"/>
                        <a:pt x="228600" y="86463"/>
                      </a:cubicBezTo>
                      <a:lnTo>
                        <a:pt x="228600" y="20038"/>
                      </a:lnTo>
                      <a:cubicBezTo>
                        <a:pt x="228589" y="13744"/>
                        <a:pt x="225469" y="7862"/>
                        <a:pt x="220266" y="4321"/>
                      </a:cubicBezTo>
                      <a:close/>
                      <a:moveTo>
                        <a:pt x="209550" y="86475"/>
                      </a:moveTo>
                      <a:cubicBezTo>
                        <a:pt x="209550" y="125337"/>
                        <a:pt x="199239" y="161758"/>
                        <a:pt x="180534" y="189023"/>
                      </a:cubicBezTo>
                      <a:cubicBezTo>
                        <a:pt x="162568" y="215181"/>
                        <a:pt x="139053" y="229588"/>
                        <a:pt x="114300" y="229588"/>
                      </a:cubicBezTo>
                      <a:cubicBezTo>
                        <a:pt x="89547" y="229588"/>
                        <a:pt x="66032" y="215181"/>
                        <a:pt x="48066" y="189011"/>
                      </a:cubicBezTo>
                      <a:cubicBezTo>
                        <a:pt x="29361" y="161722"/>
                        <a:pt x="19050" y="125325"/>
                        <a:pt x="19050" y="86463"/>
                      </a:cubicBezTo>
                      <a:lnTo>
                        <a:pt x="19050" y="20038"/>
                      </a:lnTo>
                      <a:cubicBezTo>
                        <a:pt x="37040" y="27027"/>
                        <a:pt x="73319" y="38742"/>
                        <a:pt x="114300" y="38742"/>
                      </a:cubicBezTo>
                      <a:cubicBezTo>
                        <a:pt x="155281" y="38742"/>
                        <a:pt x="191572" y="27027"/>
                        <a:pt x="209550" y="20038"/>
                      </a:cubicBezTo>
                      <a:lnTo>
                        <a:pt x="209550" y="86486"/>
                      </a:lnTo>
                      <a:close/>
                      <a:moveTo>
                        <a:pt x="188119" y="108942"/>
                      </a:moveTo>
                      <a:cubicBezTo>
                        <a:pt x="190386" y="111494"/>
                        <a:pt x="191119" y="115062"/>
                        <a:pt x="190043" y="118301"/>
                      </a:cubicBezTo>
                      <a:cubicBezTo>
                        <a:pt x="188966" y="121541"/>
                        <a:pt x="186243" y="123960"/>
                        <a:pt x="182899" y="124647"/>
                      </a:cubicBezTo>
                      <a:cubicBezTo>
                        <a:pt x="179555" y="125335"/>
                        <a:pt x="176098" y="124186"/>
                        <a:pt x="173831" y="121634"/>
                      </a:cubicBezTo>
                      <a:cubicBezTo>
                        <a:pt x="170640" y="118062"/>
                        <a:pt x="163294" y="115288"/>
                        <a:pt x="157162" y="115288"/>
                      </a:cubicBezTo>
                      <a:cubicBezTo>
                        <a:pt x="151031" y="115288"/>
                        <a:pt x="143637" y="118074"/>
                        <a:pt x="140494" y="121634"/>
                      </a:cubicBezTo>
                      <a:cubicBezTo>
                        <a:pt x="136986" y="125579"/>
                        <a:pt x="130943" y="125934"/>
                        <a:pt x="126998" y="122425"/>
                      </a:cubicBezTo>
                      <a:cubicBezTo>
                        <a:pt x="123053" y="118917"/>
                        <a:pt x="122698" y="112875"/>
                        <a:pt x="126206" y="108930"/>
                      </a:cubicBezTo>
                      <a:cubicBezTo>
                        <a:pt x="133005" y="101334"/>
                        <a:pt x="145423" y="96238"/>
                        <a:pt x="157162" y="96238"/>
                      </a:cubicBezTo>
                      <a:cubicBezTo>
                        <a:pt x="168902" y="96238"/>
                        <a:pt x="181273" y="101334"/>
                        <a:pt x="188119" y="108930"/>
                      </a:cubicBezTo>
                      <a:close/>
                      <a:moveTo>
                        <a:pt x="71438" y="115288"/>
                      </a:moveTo>
                      <a:cubicBezTo>
                        <a:pt x="65258" y="115288"/>
                        <a:pt x="57912" y="118074"/>
                        <a:pt x="54769" y="121634"/>
                      </a:cubicBezTo>
                      <a:cubicBezTo>
                        <a:pt x="51261" y="125579"/>
                        <a:pt x="45218" y="125934"/>
                        <a:pt x="41273" y="122425"/>
                      </a:cubicBezTo>
                      <a:cubicBezTo>
                        <a:pt x="37328" y="118917"/>
                        <a:pt x="36973" y="112875"/>
                        <a:pt x="40481" y="108930"/>
                      </a:cubicBezTo>
                      <a:cubicBezTo>
                        <a:pt x="47327" y="101334"/>
                        <a:pt x="59746" y="96238"/>
                        <a:pt x="71438" y="96238"/>
                      </a:cubicBezTo>
                      <a:cubicBezTo>
                        <a:pt x="83129" y="96238"/>
                        <a:pt x="95548" y="101334"/>
                        <a:pt x="102394" y="108930"/>
                      </a:cubicBezTo>
                      <a:cubicBezTo>
                        <a:pt x="105902" y="112875"/>
                        <a:pt x="105547" y="118917"/>
                        <a:pt x="101602" y="122425"/>
                      </a:cubicBezTo>
                      <a:cubicBezTo>
                        <a:pt x="97657" y="125934"/>
                        <a:pt x="91614" y="125579"/>
                        <a:pt x="88106" y="121634"/>
                      </a:cubicBezTo>
                      <a:cubicBezTo>
                        <a:pt x="84963" y="118074"/>
                        <a:pt x="77617" y="115288"/>
                        <a:pt x="71438" y="115288"/>
                      </a:cubicBezTo>
                      <a:close/>
                      <a:moveTo>
                        <a:pt x="162461" y="169092"/>
                      </a:moveTo>
                      <a:cubicBezTo>
                        <a:pt x="150493" y="183291"/>
                        <a:pt x="132870" y="191486"/>
                        <a:pt x="114300" y="191486"/>
                      </a:cubicBezTo>
                      <a:cubicBezTo>
                        <a:pt x="95730" y="191486"/>
                        <a:pt x="78107" y="183291"/>
                        <a:pt x="66139" y="169092"/>
                      </a:cubicBezTo>
                      <a:cubicBezTo>
                        <a:pt x="62723" y="165091"/>
                        <a:pt x="63198" y="159078"/>
                        <a:pt x="67199" y="155662"/>
                      </a:cubicBezTo>
                      <a:cubicBezTo>
                        <a:pt x="71200" y="152246"/>
                        <a:pt x="77213" y="152720"/>
                        <a:pt x="80629" y="156721"/>
                      </a:cubicBezTo>
                      <a:cubicBezTo>
                        <a:pt x="88974" y="166685"/>
                        <a:pt x="101304" y="172440"/>
                        <a:pt x="114300" y="172440"/>
                      </a:cubicBezTo>
                      <a:cubicBezTo>
                        <a:pt x="127296" y="172440"/>
                        <a:pt x="139626" y="166685"/>
                        <a:pt x="147971" y="156721"/>
                      </a:cubicBezTo>
                      <a:cubicBezTo>
                        <a:pt x="151387" y="152720"/>
                        <a:pt x="157400" y="152246"/>
                        <a:pt x="161401" y="155662"/>
                      </a:cubicBezTo>
                      <a:cubicBezTo>
                        <a:pt x="165402" y="159078"/>
                        <a:pt x="165877" y="165091"/>
                        <a:pt x="162461" y="169092"/>
                      </a:cubicBezTo>
                      <a:close/>
                    </a:path>
                  </a:pathLst>
                </a:custGeom>
                <a:solidFill>
                  <a:srgbClr val="D8DCE3"/>
                </a:solidFill>
                <a:ln>
                  <a:noFill/>
                </a:ln>
              </p:spPr>
            </p:sp>
          </p:grpSp>
          <p:sp>
            <p:nvSpPr>
              <p:cNvPr id="69" name="Rectangle 69"/>
              <p:cNvSpPr/>
              <p:nvPr/>
            </p:nvSpPr>
            <p:spPr>
              <a:xfrm>
                <a:off x="1266825" y="3857625"/>
                <a:ext cx="895350" cy="476250"/>
              </a:xfrm>
              <a:prstGeom prst="roundRect">
                <a:avLst>
                  <a:gd name="adj" fmla="val 12000"/>
                </a:avLst>
              </a:prstGeom>
              <a:solidFill>
                <a:schemeClr val="lt1">
                  <a:alpha val="92000"/>
                </a:schemeClr>
              </a:solidFill>
              <a:ln>
                <a:noFill/>
              </a:ln>
            </p:spPr>
          </p:sp>
          <p:sp>
            <p:nvSpPr>
              <p:cNvPr id="70" name="TextBox 70"/>
              <p:cNvSpPr txBox="1"/>
              <p:nvPr/>
            </p:nvSpPr>
            <p:spPr>
              <a:xfrm>
                <a:off x="1358728" y="3892868"/>
                <a:ext cx="692497" cy="20774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altLang="en-US" sz="1350" dirty="0">
                    <a:solidFill>
                      <a:schemeClr val="dk1"/>
                    </a:solidFill>
                  </a:rPr>
                  <a:t>真理之径</a:t>
                </a:r>
                <a:endPara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71" name="TextBox 71"/>
              <p:cNvSpPr txBox="1"/>
              <p:nvPr/>
            </p:nvSpPr>
            <p:spPr>
              <a:xfrm>
                <a:off x="1537335" y="4118610"/>
                <a:ext cx="33528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D8DCE3"/>
                    </a:solidFill>
                    <a:latin typeface="+mn-lt"/>
                    <a:ea typeface="+mn-ea"/>
                    <a:cs typeface="+mn-cs"/>
                  </a:rPr>
                  <a:t>真我</a:t>
                </a:r>
              </a:p>
            </p:txBody>
          </p:sp>
        </p:grpSp>
      </p:grpSp>
      <p:grpSp>
        <p:nvGrpSpPr>
          <p:cNvPr id="83" name="region-finale"/>
          <p:cNvGrpSpPr/>
          <p:nvPr/>
        </p:nvGrpSpPr>
        <p:grpSpPr>
          <a:xfrm>
            <a:off x="7524750" y="2324100"/>
            <a:ext cx="3295650" cy="1813751"/>
            <a:chOff x="7524750" y="2324100"/>
            <a:chExt cx="3295650" cy="1813751"/>
          </a:xfrm>
        </p:grpSpPr>
        <p:sp>
          <p:nvSpPr>
            <p:cNvPr id="74" name="Freeform 74"/>
            <p:cNvSpPr/>
            <p:nvPr/>
          </p:nvSpPr>
          <p:spPr>
            <a:xfrm>
              <a:off x="7524750" y="3067050"/>
              <a:ext cx="2286000" cy="742950"/>
            </a:xfrm>
            <a:custGeom>
              <a:avLst/>
              <a:gdLst/>
              <a:ahLst/>
              <a:cxnLst/>
              <a:rect l="l" t="t" r="r" b="b"/>
              <a:pathLst>
                <a:path w="2286000" h="742950">
                  <a:moveTo>
                    <a:pt x="0" y="742950"/>
                  </a:moveTo>
                  <a:lnTo>
                    <a:pt x="22860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8473528" y="3661410"/>
              <a:ext cx="769441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完成</a:t>
              </a:r>
              <a:r>
                <a:rPr lang="zh-CN" altLang="en-US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前置</a:t>
              </a:r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后</a:t>
              </a:r>
            </a:p>
          </p:txBody>
        </p:sp>
        <p:sp>
          <p:nvSpPr>
            <p:cNvPr id="76" name="Ellipse 76"/>
            <p:cNvSpPr/>
            <p:nvPr/>
          </p:nvSpPr>
          <p:spPr>
            <a:xfrm>
              <a:off x="9848850" y="2419350"/>
              <a:ext cx="876300" cy="876300"/>
            </a:xfrm>
            <a:prstGeom prst="ellipse">
              <a:avLst/>
            </a:prstGeom>
            <a:solidFill>
              <a:schemeClr val="lt1"/>
            </a:solidFill>
            <a:ln w="38100">
              <a:solidFill>
                <a:srgbClr val="A8872E"/>
              </a:solidFill>
            </a:ln>
          </p:spPr>
        </p:sp>
        <p:sp>
          <p:nvSpPr>
            <p:cNvPr id="77" name="Ellipse 77"/>
            <p:cNvSpPr/>
            <p:nvPr/>
          </p:nvSpPr>
          <p:spPr>
            <a:xfrm>
              <a:off x="9753600" y="2324100"/>
              <a:ext cx="1066800" cy="1066800"/>
            </a:xfrm>
            <a:prstGeom prst="ellipse">
              <a:avLst/>
            </a:prstGeom>
            <a:noFill/>
            <a:ln w="9525">
              <a:solidFill>
                <a:srgbClr val="A8872E">
                  <a:alpha val="60000"/>
                </a:srgbClr>
              </a:solidFill>
            </a:ln>
          </p:spPr>
        </p:sp>
        <p:grpSp>
          <p:nvGrpSpPr>
            <p:cNvPr id="80" name="Group 80"/>
            <p:cNvGrpSpPr/>
            <p:nvPr/>
          </p:nvGrpSpPr>
          <p:grpSpPr>
            <a:xfrm>
              <a:off x="10106077" y="2702685"/>
              <a:ext cx="359533" cy="273877"/>
              <a:chOff x="10106077" y="2702685"/>
              <a:chExt cx="359533" cy="273877"/>
            </a:xfrm>
          </p:grpSpPr>
          <p:sp>
            <p:nvSpPr>
              <p:cNvPr id="78" name="Freeform 78"/>
              <p:cNvSpPr/>
              <p:nvPr/>
            </p:nvSpPr>
            <p:spPr>
              <a:xfrm>
                <a:off x="10154975" y="2771701"/>
                <a:ext cx="264051" cy="192956"/>
              </a:xfrm>
              <a:custGeom>
                <a:avLst/>
                <a:gdLst/>
                <a:ahLst/>
                <a:cxnLst/>
                <a:rect l="l" t="t" r="r" b="b"/>
                <a:pathLst>
                  <a:path w="264051" h="192956">
                    <a:moveTo>
                      <a:pt x="264051" y="43726"/>
                    </a:moveTo>
                    <a:lnTo>
                      <a:pt x="240834" y="183014"/>
                    </a:lnTo>
                    <a:cubicBezTo>
                      <a:pt x="239874" y="188752"/>
                      <a:pt x="234908" y="192955"/>
                      <a:pt x="229091" y="192956"/>
                    </a:cubicBezTo>
                    <a:lnTo>
                      <a:pt x="34960" y="192956"/>
                    </a:lnTo>
                    <a:cubicBezTo>
                      <a:pt x="29142" y="192955"/>
                      <a:pt x="24177" y="188752"/>
                      <a:pt x="23217" y="183014"/>
                    </a:cubicBezTo>
                    <a:lnTo>
                      <a:pt x="0" y="43726"/>
                    </a:lnTo>
                    <a:lnTo>
                      <a:pt x="119" y="43726"/>
                    </a:lnTo>
                    <a:cubicBezTo>
                      <a:pt x="5152" y="42883"/>
                      <a:pt x="9879" y="40750"/>
                      <a:pt x="13841" y="37534"/>
                    </a:cubicBezTo>
                    <a:lnTo>
                      <a:pt x="13841" y="37534"/>
                    </a:lnTo>
                    <a:lnTo>
                      <a:pt x="72494" y="109612"/>
                    </a:lnTo>
                    <a:lnTo>
                      <a:pt x="120119" y="0"/>
                    </a:lnTo>
                    <a:lnTo>
                      <a:pt x="120119" y="0"/>
                    </a:lnTo>
                    <a:cubicBezTo>
                      <a:pt x="127677" y="3279"/>
                      <a:pt x="136255" y="3279"/>
                      <a:pt x="143813" y="0"/>
                    </a:cubicBezTo>
                    <a:lnTo>
                      <a:pt x="143813" y="0"/>
                    </a:lnTo>
                    <a:lnTo>
                      <a:pt x="191557" y="109612"/>
                    </a:lnTo>
                    <a:lnTo>
                      <a:pt x="250180" y="37460"/>
                    </a:lnTo>
                    <a:lnTo>
                      <a:pt x="250180" y="37460"/>
                    </a:lnTo>
                    <a:cubicBezTo>
                      <a:pt x="254142" y="40676"/>
                      <a:pt x="258870" y="42809"/>
                      <a:pt x="263902" y="43651"/>
                    </a:cubicBezTo>
                    <a:close/>
                  </a:path>
                </a:pathLst>
              </a:custGeom>
              <a:solidFill>
                <a:schemeClr val="accent2">
                  <a:alpha val="20000"/>
                </a:schemeClr>
              </a:solidFill>
              <a:ln>
                <a:noFill/>
              </a:ln>
            </p:spPr>
          </p:sp>
          <p:sp>
            <p:nvSpPr>
              <p:cNvPr id="79" name="Freeform 79"/>
              <p:cNvSpPr/>
              <p:nvPr/>
            </p:nvSpPr>
            <p:spPr>
              <a:xfrm>
                <a:off x="10106077" y="2702685"/>
                <a:ext cx="359533" cy="273877"/>
              </a:xfrm>
              <a:custGeom>
                <a:avLst/>
                <a:gdLst/>
                <a:ahLst/>
                <a:cxnLst/>
                <a:rect l="l" t="t" r="r" b="b"/>
                <a:pathLst>
                  <a:path w="359533" h="273877">
                    <a:moveTo>
                      <a:pt x="359517" y="83377"/>
                    </a:moveTo>
                    <a:cubicBezTo>
                      <a:pt x="359533" y="65468"/>
                      <a:pt x="348103" y="49551"/>
                      <a:pt x="331128" y="43842"/>
                    </a:cubicBezTo>
                    <a:cubicBezTo>
                      <a:pt x="314153" y="38134"/>
                      <a:pt x="295428" y="43910"/>
                      <a:pt x="284619" y="58190"/>
                    </a:cubicBezTo>
                    <a:cubicBezTo>
                      <a:pt x="273810" y="72470"/>
                      <a:pt x="273334" y="92059"/>
                      <a:pt x="283436" y="106847"/>
                    </a:cubicBezTo>
                    <a:lnTo>
                      <a:pt x="243565" y="155961"/>
                    </a:lnTo>
                    <a:lnTo>
                      <a:pt x="207712" y="73554"/>
                    </a:lnTo>
                    <a:cubicBezTo>
                      <a:pt x="221107" y="62281"/>
                      <a:pt x="226027" y="43837"/>
                      <a:pt x="220027" y="27390"/>
                    </a:cubicBezTo>
                    <a:cubicBezTo>
                      <a:pt x="214027" y="10943"/>
                      <a:pt x="198386" y="0"/>
                      <a:pt x="180879" y="0"/>
                    </a:cubicBezTo>
                    <a:cubicBezTo>
                      <a:pt x="163371" y="0"/>
                      <a:pt x="147731" y="10943"/>
                      <a:pt x="141731" y="27390"/>
                    </a:cubicBezTo>
                    <a:cubicBezTo>
                      <a:pt x="135731" y="43837"/>
                      <a:pt x="140650" y="62281"/>
                      <a:pt x="154045" y="73554"/>
                    </a:cubicBezTo>
                    <a:lnTo>
                      <a:pt x="118282" y="155916"/>
                    </a:lnTo>
                    <a:lnTo>
                      <a:pt x="78411" y="106803"/>
                    </a:lnTo>
                    <a:cubicBezTo>
                      <a:pt x="88936" y="91381"/>
                      <a:pt x="87918" y="70841"/>
                      <a:pt x="75921" y="56534"/>
                    </a:cubicBezTo>
                    <a:cubicBezTo>
                      <a:pt x="63923" y="42228"/>
                      <a:pt x="43874" y="37649"/>
                      <a:pt x="26854" y="45326"/>
                    </a:cubicBezTo>
                    <a:cubicBezTo>
                      <a:pt x="9835" y="53004"/>
                      <a:pt x="0" y="71066"/>
                      <a:pt x="2785" y="89528"/>
                    </a:cubicBezTo>
                    <a:cubicBezTo>
                      <a:pt x="5570" y="107990"/>
                      <a:pt x="20295" y="122346"/>
                      <a:pt x="38822" y="124662"/>
                    </a:cubicBezTo>
                    <a:lnTo>
                      <a:pt x="60373" y="253979"/>
                    </a:lnTo>
                    <a:cubicBezTo>
                      <a:pt x="62286" y="265460"/>
                      <a:pt x="72218" y="273875"/>
                      <a:pt x="83858" y="273877"/>
                    </a:cubicBezTo>
                    <a:lnTo>
                      <a:pt x="277989" y="273877"/>
                    </a:lnTo>
                    <a:cubicBezTo>
                      <a:pt x="289629" y="273875"/>
                      <a:pt x="299561" y="265460"/>
                      <a:pt x="301474" y="253979"/>
                    </a:cubicBezTo>
                    <a:lnTo>
                      <a:pt x="323010" y="124722"/>
                    </a:lnTo>
                    <a:cubicBezTo>
                      <a:pt x="343863" y="122117"/>
                      <a:pt x="359514" y="104393"/>
                      <a:pt x="359517" y="83377"/>
                    </a:cubicBezTo>
                    <a:close/>
                    <a:moveTo>
                      <a:pt x="180923" y="23846"/>
                    </a:moveTo>
                    <a:cubicBezTo>
                      <a:pt x="190787" y="23846"/>
                      <a:pt x="198783" y="31842"/>
                      <a:pt x="198783" y="41705"/>
                    </a:cubicBezTo>
                    <a:cubicBezTo>
                      <a:pt x="198783" y="51569"/>
                      <a:pt x="190787" y="59565"/>
                      <a:pt x="180923" y="59565"/>
                    </a:cubicBezTo>
                    <a:cubicBezTo>
                      <a:pt x="171060" y="59565"/>
                      <a:pt x="163064" y="51569"/>
                      <a:pt x="163064" y="41705"/>
                    </a:cubicBezTo>
                    <a:cubicBezTo>
                      <a:pt x="163064" y="31842"/>
                      <a:pt x="171060" y="23846"/>
                      <a:pt x="180923" y="23846"/>
                    </a:cubicBezTo>
                    <a:close/>
                    <a:moveTo>
                      <a:pt x="26142" y="83377"/>
                    </a:moveTo>
                    <a:cubicBezTo>
                      <a:pt x="26142" y="73514"/>
                      <a:pt x="34138" y="65518"/>
                      <a:pt x="44002" y="65518"/>
                    </a:cubicBezTo>
                    <a:cubicBezTo>
                      <a:pt x="53865" y="65518"/>
                      <a:pt x="61861" y="73514"/>
                      <a:pt x="61861" y="83377"/>
                    </a:cubicBezTo>
                    <a:cubicBezTo>
                      <a:pt x="61861" y="93241"/>
                      <a:pt x="53865" y="101236"/>
                      <a:pt x="44002" y="101236"/>
                    </a:cubicBezTo>
                    <a:cubicBezTo>
                      <a:pt x="34138" y="101236"/>
                      <a:pt x="26142" y="93241"/>
                      <a:pt x="26142" y="83377"/>
                    </a:cubicBezTo>
                    <a:close/>
                    <a:moveTo>
                      <a:pt x="277989" y="250065"/>
                    </a:moveTo>
                    <a:lnTo>
                      <a:pt x="83858" y="250065"/>
                    </a:lnTo>
                    <a:lnTo>
                      <a:pt x="63141" y="125823"/>
                    </a:lnTo>
                    <a:lnTo>
                      <a:pt x="112150" y="186068"/>
                    </a:lnTo>
                    <a:cubicBezTo>
                      <a:pt x="114398" y="188876"/>
                      <a:pt x="117795" y="190518"/>
                      <a:pt x="121392" y="190533"/>
                    </a:cubicBezTo>
                    <a:cubicBezTo>
                      <a:pt x="121930" y="190536"/>
                      <a:pt x="122467" y="190501"/>
                      <a:pt x="123000" y="190429"/>
                    </a:cubicBezTo>
                    <a:cubicBezTo>
                      <a:pt x="127125" y="189868"/>
                      <a:pt x="130658" y="187193"/>
                      <a:pt x="132316" y="183375"/>
                    </a:cubicBezTo>
                    <a:lnTo>
                      <a:pt x="175923" y="83065"/>
                    </a:lnTo>
                    <a:cubicBezTo>
                      <a:pt x="179244" y="83481"/>
                      <a:pt x="182603" y="83481"/>
                      <a:pt x="185924" y="83065"/>
                    </a:cubicBezTo>
                    <a:lnTo>
                      <a:pt x="229531" y="183375"/>
                    </a:lnTo>
                    <a:cubicBezTo>
                      <a:pt x="231189" y="187193"/>
                      <a:pt x="234722" y="189868"/>
                      <a:pt x="238847" y="190429"/>
                    </a:cubicBezTo>
                    <a:cubicBezTo>
                      <a:pt x="239380" y="190501"/>
                      <a:pt x="239917" y="190536"/>
                      <a:pt x="240455" y="190533"/>
                    </a:cubicBezTo>
                    <a:cubicBezTo>
                      <a:pt x="244052" y="190518"/>
                      <a:pt x="247449" y="188876"/>
                      <a:pt x="249697" y="186068"/>
                    </a:cubicBezTo>
                    <a:lnTo>
                      <a:pt x="298706" y="125763"/>
                    </a:lnTo>
                    <a:close/>
                    <a:moveTo>
                      <a:pt x="317845" y="101236"/>
                    </a:moveTo>
                    <a:cubicBezTo>
                      <a:pt x="307982" y="101236"/>
                      <a:pt x="299986" y="93241"/>
                      <a:pt x="299986" y="83377"/>
                    </a:cubicBezTo>
                    <a:cubicBezTo>
                      <a:pt x="299986" y="73514"/>
                      <a:pt x="307982" y="65518"/>
                      <a:pt x="317845" y="65518"/>
                    </a:cubicBezTo>
                    <a:cubicBezTo>
                      <a:pt x="327709" y="65518"/>
                      <a:pt x="335705" y="73514"/>
                      <a:pt x="335705" y="83377"/>
                    </a:cubicBezTo>
                    <a:cubicBezTo>
                      <a:pt x="335705" y="93241"/>
                      <a:pt x="327709" y="101236"/>
                      <a:pt x="317845" y="101236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</p:grpSp>
        <p:sp>
          <p:nvSpPr>
            <p:cNvPr id="81" name="TextBox 81"/>
            <p:cNvSpPr txBox="1"/>
            <p:nvPr/>
          </p:nvSpPr>
          <p:spPr>
            <a:xfrm>
              <a:off x="9793224" y="355854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终舞之庭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9812169" y="3873818"/>
              <a:ext cx="94966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A8872E"/>
                  </a:solidFill>
                  <a:latin typeface="+mn-lt"/>
                  <a:ea typeface="+mn-ea"/>
                  <a:cs typeface="+mn-cs"/>
                </a:rPr>
                <a:t>终末 · 终章</a:t>
              </a:r>
            </a:p>
          </p:txBody>
        </p:sp>
      </p:grpSp>
      <p:grpSp>
        <p:nvGrpSpPr>
          <p:cNvPr id="87" name="order-note"/>
          <p:cNvGrpSpPr/>
          <p:nvPr/>
        </p:nvGrpSpPr>
        <p:grpSpPr>
          <a:xfrm>
            <a:off x="9131808" y="4495800"/>
            <a:ext cx="2450592" cy="1489901"/>
            <a:chOff x="9131808" y="4495800"/>
            <a:chExt cx="2450592" cy="1489901"/>
          </a:xfrm>
        </p:grpSpPr>
        <p:sp>
          <p:nvSpPr>
            <p:cNvPr id="84" name="Line 84"/>
            <p:cNvSpPr/>
            <p:nvPr/>
          </p:nvSpPr>
          <p:spPr>
            <a:xfrm>
              <a:off x="9144000" y="4495800"/>
              <a:ext cx="2438400" cy="9525"/>
            </a:xfrm>
            <a:custGeom>
              <a:avLst/>
              <a:gdLst/>
              <a:ahLst/>
              <a:cxnLst/>
              <a:rect l="l" t="t" r="r" b="b"/>
              <a:pathLst>
                <a:path w="2438400" h="9525">
                  <a:moveTo>
                    <a:pt x="0" y="0"/>
                  </a:moveTo>
                  <a:lnTo>
                    <a:pt x="2438400" y="0"/>
                  </a:lnTo>
                </a:path>
              </a:pathLst>
            </a:custGeom>
            <a:noFill/>
            <a:ln w="9525">
              <a:solidFill>
                <a:srgbClr val="3B4670"/>
              </a:solidFill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9131808" y="4712970"/>
              <a:ext cx="21168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约 120 种顺序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9137142" y="5188268"/>
              <a:ext cx="1728216" cy="7974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中段五区可任意排序，</a:t>
              </a:r>
              <a:br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以“成对回应”编写：</a:t>
              </a:r>
              <a:br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每两区的先后都有回应</a:t>
              </a:r>
            </a:p>
          </p:txBody>
        </p:sp>
      </p:grpSp>
      <p:grpSp>
        <p:nvGrpSpPr>
          <p:cNvPr id="94" name="map-legend"/>
          <p:cNvGrpSpPr/>
          <p:nvPr/>
        </p:nvGrpSpPr>
        <p:grpSpPr>
          <a:xfrm>
            <a:off x="847725" y="6290310"/>
            <a:ext cx="4219423" cy="234696"/>
            <a:chOff x="847725" y="6290310"/>
            <a:chExt cx="4219423" cy="234696"/>
          </a:xfrm>
        </p:grpSpPr>
        <p:sp>
          <p:nvSpPr>
            <p:cNvPr id="88" name="Ellipse 88"/>
            <p:cNvSpPr/>
            <p:nvPr/>
          </p:nvSpPr>
          <p:spPr>
            <a:xfrm>
              <a:off x="847725" y="6296025"/>
              <a:ext cx="133350" cy="1333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9" name="TextBox 89"/>
            <p:cNvSpPr txBox="1"/>
            <p:nvPr/>
          </p:nvSpPr>
          <p:spPr>
            <a:xfrm>
              <a:off x="1041654" y="6290310"/>
              <a:ext cx="10056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第一章 · 固定</a:t>
              </a:r>
            </a:p>
          </p:txBody>
        </p:sp>
        <p:sp>
          <p:nvSpPr>
            <p:cNvPr id="90" name="Ellipse 90"/>
            <p:cNvSpPr/>
            <p:nvPr/>
          </p:nvSpPr>
          <p:spPr>
            <a:xfrm>
              <a:off x="2219325" y="6296025"/>
              <a:ext cx="133350" cy="133350"/>
            </a:xfrm>
            <a:prstGeom prst="ellipse">
              <a:avLst/>
            </a:prstGeom>
            <a:noFill/>
            <a:ln w="19050">
              <a:solidFill>
                <a:srgbClr val="AFA9C2"/>
              </a:solidFill>
            </a:ln>
          </p:spPr>
        </p:sp>
        <p:sp>
          <p:nvSpPr>
            <p:cNvPr id="91" name="TextBox 91"/>
            <p:cNvSpPr txBox="1"/>
            <p:nvPr/>
          </p:nvSpPr>
          <p:spPr>
            <a:xfrm>
              <a:off x="2413254" y="6290310"/>
              <a:ext cx="14903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中段五区 · 任意顺序</a:t>
              </a:r>
            </a:p>
          </p:txBody>
        </p:sp>
        <p:sp>
          <p:nvSpPr>
            <p:cNvPr id="92" name="Ellipse 92"/>
            <p:cNvSpPr/>
            <p:nvPr/>
          </p:nvSpPr>
          <p:spPr>
            <a:xfrm>
              <a:off x="4029075" y="6296025"/>
              <a:ext cx="133350" cy="133350"/>
            </a:xfrm>
            <a:prstGeom prst="ellipse">
              <a:avLst/>
            </a:prstGeom>
            <a:noFill/>
            <a:ln w="28575">
              <a:solidFill>
                <a:srgbClr val="A8872E"/>
              </a:solidFill>
            </a:ln>
          </p:spPr>
        </p:sp>
        <p:sp>
          <p:nvSpPr>
            <p:cNvPr id="93" name="TextBox 93"/>
            <p:cNvSpPr txBox="1"/>
            <p:nvPr/>
          </p:nvSpPr>
          <p:spPr>
            <a:xfrm>
              <a:off x="4223004" y="6290310"/>
              <a:ext cx="8441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终章 · 收束</a:t>
              </a:r>
            </a:p>
          </p:txBody>
        </p:sp>
      </p:grpSp>
      <p:sp>
        <p:nvSpPr>
          <p:cNvPr id="95" name="TextBox 95"/>
          <p:cNvSpPr txBox="1"/>
          <p:nvPr/>
        </p:nvSpPr>
        <p:spPr>
          <a:xfrm>
            <a:off x="11035132" y="6385560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06 / 14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lt1"/>
            </a:gs>
            <a:gs pos="78000">
              <a:srgbClr val="1A2242"/>
            </a:gs>
            <a:gs pos="100000">
              <a:srgbClr val="4A3246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usk-edge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</p:sp>
      <p:grpSp>
        <p:nvGrpSpPr>
          <p:cNvPr id="7" name="corner-ring"/>
          <p:cNvGrpSpPr/>
          <p:nvPr/>
        </p:nvGrpSpPr>
        <p:grpSpPr>
          <a:xfrm>
            <a:off x="10896600" y="495300"/>
            <a:ext cx="533400" cy="533400"/>
            <a:chOff x="10896600" y="495300"/>
            <a:chExt cx="533400" cy="533400"/>
          </a:xfrm>
        </p:grpSpPr>
        <p:sp>
          <p:nvSpPr>
            <p:cNvPr id="3" name="Ellipse 3"/>
            <p:cNvSpPr/>
            <p:nvPr/>
          </p:nvSpPr>
          <p:spPr>
            <a:xfrm>
              <a:off x="10896600" y="495300"/>
              <a:ext cx="533400" cy="5334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4" name="Freeform 4"/>
            <p:cNvSpPr/>
            <p:nvPr/>
          </p:nvSpPr>
          <p:spPr>
            <a:xfrm>
              <a:off x="10915650" y="514350"/>
              <a:ext cx="495300" cy="495300"/>
            </a:xfrm>
            <a:custGeom>
              <a:avLst/>
              <a:gdLst/>
              <a:ahLst/>
              <a:cxnLst/>
              <a:rect l="l" t="t" r="r" b="b"/>
              <a:pathLst>
                <a:path w="495300" h="495300">
                  <a:moveTo>
                    <a:pt x="247650" y="57150"/>
                  </a:moveTo>
                  <a:lnTo>
                    <a:pt x="247650" y="0"/>
                  </a:lnTo>
                  <a:moveTo>
                    <a:pt x="342900" y="82868"/>
                  </a:moveTo>
                  <a:lnTo>
                    <a:pt x="371475" y="33338"/>
                  </a:lnTo>
                  <a:moveTo>
                    <a:pt x="412432" y="152400"/>
                  </a:moveTo>
                  <a:lnTo>
                    <a:pt x="461962" y="123825"/>
                  </a:lnTo>
                  <a:moveTo>
                    <a:pt x="438150" y="247650"/>
                  </a:moveTo>
                  <a:lnTo>
                    <a:pt x="495300" y="247650"/>
                  </a:lnTo>
                  <a:moveTo>
                    <a:pt x="412432" y="342900"/>
                  </a:moveTo>
                  <a:lnTo>
                    <a:pt x="461962" y="371475"/>
                  </a:lnTo>
                  <a:moveTo>
                    <a:pt x="342900" y="412432"/>
                  </a:moveTo>
                  <a:lnTo>
                    <a:pt x="371475" y="461962"/>
                  </a:lnTo>
                  <a:moveTo>
                    <a:pt x="247650" y="438150"/>
                  </a:moveTo>
                  <a:lnTo>
                    <a:pt x="247650" y="495300"/>
                  </a:lnTo>
                  <a:moveTo>
                    <a:pt x="152400" y="412432"/>
                  </a:moveTo>
                  <a:lnTo>
                    <a:pt x="123825" y="461962"/>
                  </a:lnTo>
                  <a:moveTo>
                    <a:pt x="82868" y="342900"/>
                  </a:moveTo>
                  <a:lnTo>
                    <a:pt x="33338" y="371475"/>
                  </a:lnTo>
                  <a:moveTo>
                    <a:pt x="57150" y="247650"/>
                  </a:moveTo>
                  <a:lnTo>
                    <a:pt x="0" y="247650"/>
                  </a:lnTo>
                  <a:moveTo>
                    <a:pt x="82868" y="152400"/>
                  </a:moveTo>
                  <a:lnTo>
                    <a:pt x="33338" y="123825"/>
                  </a:lnTo>
                  <a:moveTo>
                    <a:pt x="152400" y="82868"/>
                  </a:moveTo>
                  <a:lnTo>
                    <a:pt x="123825" y="33338"/>
                  </a:lnTo>
                </a:path>
              </a:pathLst>
            </a:custGeom>
            <a:noFill/>
            <a:ln w="14288">
              <a:solidFill>
                <a:schemeClr val="accent1"/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11163300" y="762000"/>
              <a:ext cx="74295" cy="154305"/>
            </a:xfrm>
            <a:custGeom>
              <a:avLst/>
              <a:gdLst/>
              <a:ahLst/>
              <a:cxnLst/>
              <a:rect l="l" t="t" r="r" b="b"/>
              <a:pathLst>
                <a:path w="74295" h="154305">
                  <a:moveTo>
                    <a:pt x="0" y="0"/>
                  </a:moveTo>
                  <a:lnTo>
                    <a:pt x="74295" y="154305"/>
                  </a:lnTo>
                </a:path>
              </a:pathLst>
            </a:custGeom>
            <a:noFill/>
            <a:ln w="23812" cap="rnd">
              <a:solidFill>
                <a:schemeClr val="accent2"/>
              </a:solidFill>
            </a:ln>
          </p:spPr>
        </p:sp>
        <p:sp>
          <p:nvSpPr>
            <p:cNvPr id="6" name="Ellipse 6"/>
            <p:cNvSpPr/>
            <p:nvPr/>
          </p:nvSpPr>
          <p:spPr>
            <a:xfrm>
              <a:off x="11134725" y="733425"/>
              <a:ext cx="57150" cy="571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</p:grpSp>
      <p:grpSp>
        <p:nvGrpSpPr>
          <p:cNvPr id="12" name="page-title"/>
          <p:cNvGrpSpPr/>
          <p:nvPr/>
        </p:nvGrpSpPr>
        <p:grpSpPr>
          <a:xfrm>
            <a:off x="593598" y="454342"/>
            <a:ext cx="7068312" cy="1285875"/>
            <a:chOff x="593598" y="454342"/>
            <a:chExt cx="7068312" cy="1285875"/>
          </a:xfrm>
        </p:grpSpPr>
        <p:sp>
          <p:nvSpPr>
            <p:cNvPr id="8" name="Rectangle 8"/>
            <p:cNvSpPr/>
            <p:nvPr/>
          </p:nvSpPr>
          <p:spPr>
            <a:xfrm>
              <a:off x="609600" y="514350"/>
              <a:ext cx="76200" cy="7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74192" y="454342"/>
              <a:ext cx="219012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spc="1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02 核心玩法 · 章节地图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93598" y="783908"/>
              <a:ext cx="6059351" cy="4847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章节地图：</a:t>
              </a:r>
              <a:r>
                <a:rPr lang="zh-CN" altLang="en-US" sz="315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设置多</a:t>
              </a:r>
              <a:r>
                <a:rPr lang="zh-CN" sz="315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个节点</a:t>
              </a:r>
              <a:r>
                <a:rPr lang="zh-CN" altLang="en-US" sz="315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以供探索</a:t>
              </a:r>
              <a:endParaRPr lang="zh-CN" sz="3150" dirty="0">
                <a:solidFill>
                  <a:schemeClr val="dk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98170" y="1300162"/>
              <a:ext cx="706374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分支前可见收益与代价，重返可解锁新的时间切片</a:t>
              </a:r>
            </a:p>
          </p:txBody>
        </p:sp>
      </p:grpSp>
      <p:grpSp>
        <p:nvGrpSpPr>
          <p:cNvPr id="63" name="route-map"/>
          <p:cNvGrpSpPr/>
          <p:nvPr/>
        </p:nvGrpSpPr>
        <p:grpSpPr>
          <a:xfrm>
            <a:off x="609600" y="1866900"/>
            <a:ext cx="10972800" cy="2247900"/>
            <a:chOff x="609600" y="1866900"/>
            <a:chExt cx="10972800" cy="2247900"/>
          </a:xfrm>
        </p:grpSpPr>
        <p:sp>
          <p:nvSpPr>
            <p:cNvPr id="13" name="Rectangle 13"/>
            <p:cNvSpPr/>
            <p:nvPr/>
          </p:nvSpPr>
          <p:spPr>
            <a:xfrm>
              <a:off x="609600" y="1866900"/>
              <a:ext cx="10972800" cy="2247900"/>
            </a:xfrm>
            <a:prstGeom prst="roundRect">
              <a:avLst>
                <a:gd name="adj" fmla="val 5085"/>
              </a:avLst>
            </a:prstGeom>
            <a:solidFill>
              <a:schemeClr val="accent5">
                <a:alpha val="55000"/>
              </a:schemeClr>
            </a:solidFill>
            <a:ln w="14288">
              <a:solidFill>
                <a:srgbClr val="3B4670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31342" y="2006918"/>
              <a:ext cx="65" cy="2077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endParaRPr lang="zh-CN" sz="135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grpSp>
          <p:nvGrpSpPr>
            <p:cNvPr id="17" name="Group 17"/>
            <p:cNvGrpSpPr/>
            <p:nvPr/>
          </p:nvGrpSpPr>
          <p:grpSpPr>
            <a:xfrm>
              <a:off x="8750310" y="2020491"/>
              <a:ext cx="196829" cy="130969"/>
              <a:chOff x="8750310" y="2020491"/>
              <a:chExt cx="196829" cy="130969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8757047" y="2027039"/>
                <a:ext cx="183356" cy="117872"/>
              </a:xfrm>
              <a:custGeom>
                <a:avLst/>
                <a:gdLst/>
                <a:ahLst/>
                <a:cxnLst/>
                <a:rect l="l" t="t" r="r" b="b"/>
                <a:pathLst>
                  <a:path w="183356" h="117872">
                    <a:moveTo>
                      <a:pt x="91678" y="0"/>
                    </a:moveTo>
                    <a:cubicBezTo>
                      <a:pt x="26194" y="0"/>
                      <a:pt x="0" y="58936"/>
                      <a:pt x="0" y="58936"/>
                    </a:cubicBezTo>
                    <a:cubicBezTo>
                      <a:pt x="0" y="58936"/>
                      <a:pt x="26194" y="117872"/>
                      <a:pt x="91678" y="117872"/>
                    </a:cubicBezTo>
                    <a:cubicBezTo>
                      <a:pt x="157162" y="117872"/>
                      <a:pt x="183356" y="58936"/>
                      <a:pt x="183356" y="58936"/>
                    </a:cubicBezTo>
                    <a:cubicBezTo>
                      <a:pt x="183356" y="58936"/>
                      <a:pt x="157162" y="0"/>
                      <a:pt x="91678" y="0"/>
                    </a:cubicBezTo>
                    <a:close/>
                    <a:moveTo>
                      <a:pt x="91678" y="91678"/>
                    </a:moveTo>
                    <a:cubicBezTo>
                      <a:pt x="73595" y="91678"/>
                      <a:pt x="58936" y="77019"/>
                      <a:pt x="58936" y="58936"/>
                    </a:cubicBezTo>
                    <a:cubicBezTo>
                      <a:pt x="58936" y="40853"/>
                      <a:pt x="73595" y="26194"/>
                      <a:pt x="91678" y="26194"/>
                    </a:cubicBezTo>
                    <a:cubicBezTo>
                      <a:pt x="109761" y="26194"/>
                      <a:pt x="124420" y="40853"/>
                      <a:pt x="124420" y="58936"/>
                    </a:cubicBezTo>
                    <a:cubicBezTo>
                      <a:pt x="124420" y="77019"/>
                      <a:pt x="109761" y="91678"/>
                      <a:pt x="91678" y="91678"/>
                    </a:cubicBezTo>
                    <a:close/>
                  </a:path>
                </a:pathLst>
              </a:custGeom>
              <a:solidFill>
                <a:srgbClr val="AFA9C2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8750310" y="2020491"/>
                <a:ext cx="196829" cy="130969"/>
              </a:xfrm>
              <a:custGeom>
                <a:avLst/>
                <a:gdLst/>
                <a:ahLst/>
                <a:cxnLst/>
                <a:rect l="l" t="t" r="r" b="b"/>
                <a:pathLst>
                  <a:path w="196829" h="130969">
                    <a:moveTo>
                      <a:pt x="196076" y="62832"/>
                    </a:moveTo>
                    <a:cubicBezTo>
                      <a:pt x="195790" y="62186"/>
                      <a:pt x="188857" y="46805"/>
                      <a:pt x="173443" y="31392"/>
                    </a:cubicBezTo>
                    <a:cubicBezTo>
                      <a:pt x="152906" y="10854"/>
                      <a:pt x="126966" y="0"/>
                      <a:pt x="98415" y="0"/>
                    </a:cubicBezTo>
                    <a:cubicBezTo>
                      <a:pt x="69864" y="0"/>
                      <a:pt x="43924" y="10854"/>
                      <a:pt x="23386" y="31392"/>
                    </a:cubicBezTo>
                    <a:cubicBezTo>
                      <a:pt x="7973" y="46805"/>
                      <a:pt x="1007" y="62210"/>
                      <a:pt x="753" y="62832"/>
                    </a:cubicBezTo>
                    <a:cubicBezTo>
                      <a:pt x="0" y="64526"/>
                      <a:pt x="0" y="66459"/>
                      <a:pt x="753" y="68153"/>
                    </a:cubicBezTo>
                    <a:cubicBezTo>
                      <a:pt x="1039" y="68800"/>
                      <a:pt x="7973" y="84172"/>
                      <a:pt x="23386" y="99585"/>
                    </a:cubicBezTo>
                    <a:cubicBezTo>
                      <a:pt x="43924" y="120115"/>
                      <a:pt x="69864" y="130969"/>
                      <a:pt x="98415" y="130969"/>
                    </a:cubicBezTo>
                    <a:cubicBezTo>
                      <a:pt x="126966" y="130969"/>
                      <a:pt x="152906" y="120115"/>
                      <a:pt x="173443" y="99585"/>
                    </a:cubicBezTo>
                    <a:cubicBezTo>
                      <a:pt x="188857" y="84172"/>
                      <a:pt x="195790" y="68800"/>
                      <a:pt x="196076" y="68153"/>
                    </a:cubicBezTo>
                    <a:cubicBezTo>
                      <a:pt x="196829" y="66459"/>
                      <a:pt x="196829" y="64526"/>
                      <a:pt x="196076" y="62832"/>
                    </a:cubicBezTo>
                    <a:close/>
                    <a:moveTo>
                      <a:pt x="98415" y="117872"/>
                    </a:moveTo>
                    <a:cubicBezTo>
                      <a:pt x="73220" y="117872"/>
                      <a:pt x="51209" y="108712"/>
                      <a:pt x="32988" y="90655"/>
                    </a:cubicBezTo>
                    <a:cubicBezTo>
                      <a:pt x="25511" y="83220"/>
                      <a:pt x="19151" y="74742"/>
                      <a:pt x="14104" y="65484"/>
                    </a:cubicBezTo>
                    <a:cubicBezTo>
                      <a:pt x="19149" y="56226"/>
                      <a:pt x="25510" y="47748"/>
                      <a:pt x="32988" y="40314"/>
                    </a:cubicBezTo>
                    <a:cubicBezTo>
                      <a:pt x="51209" y="22257"/>
                      <a:pt x="73220" y="13097"/>
                      <a:pt x="98415" y="13097"/>
                    </a:cubicBezTo>
                    <a:cubicBezTo>
                      <a:pt x="123610" y="13097"/>
                      <a:pt x="145621" y="22257"/>
                      <a:pt x="163842" y="40314"/>
                    </a:cubicBezTo>
                    <a:cubicBezTo>
                      <a:pt x="171333" y="47746"/>
                      <a:pt x="177707" y="56224"/>
                      <a:pt x="182767" y="65484"/>
                    </a:cubicBezTo>
                    <a:cubicBezTo>
                      <a:pt x="176865" y="76502"/>
                      <a:pt x="151154" y="117872"/>
                      <a:pt x="98415" y="117872"/>
                    </a:cubicBezTo>
                    <a:close/>
                    <a:moveTo>
                      <a:pt x="98415" y="26194"/>
                    </a:moveTo>
                    <a:cubicBezTo>
                      <a:pt x="76715" y="26194"/>
                      <a:pt x="59124" y="43785"/>
                      <a:pt x="59124" y="65484"/>
                    </a:cubicBezTo>
                    <a:cubicBezTo>
                      <a:pt x="59124" y="87184"/>
                      <a:pt x="76715" y="104775"/>
                      <a:pt x="98415" y="104775"/>
                    </a:cubicBezTo>
                    <a:cubicBezTo>
                      <a:pt x="120114" y="104775"/>
                      <a:pt x="137705" y="87184"/>
                      <a:pt x="137705" y="65484"/>
                    </a:cubicBezTo>
                    <a:cubicBezTo>
                      <a:pt x="137683" y="43794"/>
                      <a:pt x="120105" y="26216"/>
                      <a:pt x="98415" y="26194"/>
                    </a:cubicBezTo>
                    <a:close/>
                    <a:moveTo>
                      <a:pt x="98415" y="91678"/>
                    </a:moveTo>
                    <a:cubicBezTo>
                      <a:pt x="83948" y="91678"/>
                      <a:pt x="72221" y="79951"/>
                      <a:pt x="72221" y="65484"/>
                    </a:cubicBezTo>
                    <a:cubicBezTo>
                      <a:pt x="72221" y="51018"/>
                      <a:pt x="83948" y="39291"/>
                      <a:pt x="98415" y="39291"/>
                    </a:cubicBezTo>
                    <a:cubicBezTo>
                      <a:pt x="112881" y="39291"/>
                      <a:pt x="124608" y="51018"/>
                      <a:pt x="124608" y="65484"/>
                    </a:cubicBezTo>
                    <a:cubicBezTo>
                      <a:pt x="124608" y="79951"/>
                      <a:pt x="112881" y="91678"/>
                      <a:pt x="98415" y="91678"/>
                    </a:cubicBezTo>
                    <a:close/>
                  </a:path>
                </a:pathLst>
              </a:custGeom>
              <a:solidFill>
                <a:srgbClr val="AFA9C2"/>
              </a:solidFill>
              <a:ln>
                <a:noFill/>
              </a:ln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9732264" y="2023110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分支前可见收益与代价</a:t>
              </a:r>
            </a:p>
          </p:txBody>
        </p:sp>
        <p:grpSp>
          <p:nvGrpSpPr>
            <p:cNvPr id="34" name="route-edges"/>
            <p:cNvGrpSpPr/>
            <p:nvPr/>
          </p:nvGrpSpPr>
          <p:grpSpPr>
            <a:xfrm>
              <a:off x="1066800" y="2590800"/>
              <a:ext cx="10058400" cy="771525"/>
              <a:chOff x="1066800" y="2590800"/>
              <a:chExt cx="10058400" cy="771525"/>
            </a:xfrm>
          </p:grpSpPr>
          <p:sp>
            <p:nvSpPr>
              <p:cNvPr id="19" name="Line 19"/>
              <p:cNvSpPr/>
              <p:nvPr/>
            </p:nvSpPr>
            <p:spPr>
              <a:xfrm>
                <a:off x="1066800" y="2590800"/>
                <a:ext cx="1438275" cy="381000"/>
              </a:xfrm>
              <a:custGeom>
                <a:avLst/>
                <a:gdLst/>
                <a:ahLst/>
                <a:cxnLst/>
                <a:rect l="l" t="t" r="r" b="b"/>
                <a:pathLst>
                  <a:path w="1438275" h="381000">
                    <a:moveTo>
                      <a:pt x="0" y="381000"/>
                    </a:moveTo>
                    <a:lnTo>
                      <a:pt x="1438275" y="0"/>
                    </a:lnTo>
                  </a:path>
                </a:pathLst>
              </a:custGeom>
              <a:noFill/>
              <a:ln w="28575">
                <a:solidFill>
                  <a:schemeClr val="accent1">
                    <a:alpha val="70000"/>
                  </a:schemeClr>
                </a:solidFill>
              </a:ln>
            </p:spPr>
          </p:sp>
          <p:sp>
            <p:nvSpPr>
              <p:cNvPr id="20" name="Line 20"/>
              <p:cNvSpPr/>
              <p:nvPr/>
            </p:nvSpPr>
            <p:spPr>
              <a:xfrm>
                <a:off x="1066800" y="2971800"/>
                <a:ext cx="1438275" cy="381000"/>
              </a:xfrm>
              <a:custGeom>
                <a:avLst/>
                <a:gdLst/>
                <a:ahLst/>
                <a:cxnLst/>
                <a:rect l="l" t="t" r="r" b="b"/>
                <a:pathLst>
                  <a:path w="1438275" h="381000">
                    <a:moveTo>
                      <a:pt x="0" y="0"/>
                    </a:moveTo>
                    <a:lnTo>
                      <a:pt x="1438275" y="381000"/>
                    </a:lnTo>
                  </a:path>
                </a:pathLst>
              </a:custGeom>
              <a:noFill/>
              <a:ln w="28575">
                <a:solidFill>
                  <a:schemeClr val="accent1">
                    <a:alpha val="70000"/>
                  </a:schemeClr>
                </a:solidFill>
              </a:ln>
            </p:spPr>
          </p:sp>
          <p:sp>
            <p:nvSpPr>
              <p:cNvPr id="21" name="Line 21"/>
              <p:cNvSpPr/>
              <p:nvPr/>
            </p:nvSpPr>
            <p:spPr>
              <a:xfrm>
                <a:off x="2505075" y="2590800"/>
                <a:ext cx="1438275" cy="381000"/>
              </a:xfrm>
              <a:custGeom>
                <a:avLst/>
                <a:gdLst/>
                <a:ahLst/>
                <a:cxnLst/>
                <a:rect l="l" t="t" r="r" b="b"/>
                <a:pathLst>
                  <a:path w="1438275" h="381000">
                    <a:moveTo>
                      <a:pt x="0" y="0"/>
                    </a:moveTo>
                    <a:lnTo>
                      <a:pt x="1438275" y="381000"/>
                    </a:lnTo>
                  </a:path>
                </a:pathLst>
              </a:custGeom>
              <a:noFill/>
              <a:ln w="28575">
                <a:solidFill>
                  <a:schemeClr val="accent1">
                    <a:alpha val="70000"/>
                  </a:schemeClr>
                </a:solidFill>
              </a:ln>
            </p:spPr>
          </p:sp>
          <p:sp>
            <p:nvSpPr>
              <p:cNvPr id="22" name="Line 22"/>
              <p:cNvSpPr/>
              <p:nvPr/>
            </p:nvSpPr>
            <p:spPr>
              <a:xfrm>
                <a:off x="2505075" y="2971800"/>
                <a:ext cx="1438275" cy="381000"/>
              </a:xfrm>
              <a:custGeom>
                <a:avLst/>
                <a:gdLst/>
                <a:ahLst/>
                <a:cxnLst/>
                <a:rect l="l" t="t" r="r" b="b"/>
                <a:pathLst>
                  <a:path w="1438275" h="381000">
                    <a:moveTo>
                      <a:pt x="0" y="381000"/>
                    </a:moveTo>
                    <a:lnTo>
                      <a:pt x="1438275" y="0"/>
                    </a:lnTo>
                  </a:path>
                </a:pathLst>
              </a:custGeom>
              <a:noFill/>
              <a:ln w="28575">
                <a:solidFill>
                  <a:schemeClr val="accent1">
                    <a:alpha val="70000"/>
                  </a:schemeClr>
                </a:solidFill>
              </a:ln>
            </p:spPr>
          </p:sp>
          <p:sp>
            <p:nvSpPr>
              <p:cNvPr id="23" name="Line 23"/>
              <p:cNvSpPr/>
              <p:nvPr/>
            </p:nvSpPr>
            <p:spPr>
              <a:xfrm>
                <a:off x="3943350" y="2590800"/>
                <a:ext cx="1438275" cy="381000"/>
              </a:xfrm>
              <a:custGeom>
                <a:avLst/>
                <a:gdLst/>
                <a:ahLst/>
                <a:cxnLst/>
                <a:rect l="l" t="t" r="r" b="b"/>
                <a:pathLst>
                  <a:path w="1438275" h="381000">
                    <a:moveTo>
                      <a:pt x="0" y="381000"/>
                    </a:moveTo>
                    <a:lnTo>
                      <a:pt x="1438275" y="0"/>
                    </a:lnTo>
                  </a:path>
                </a:pathLst>
              </a:custGeom>
              <a:noFill/>
              <a:ln w="28575">
                <a:solidFill>
                  <a:schemeClr val="accent1">
                    <a:alpha val="70000"/>
                  </a:schemeClr>
                </a:solidFill>
              </a:ln>
            </p:spPr>
          </p:sp>
          <p:sp>
            <p:nvSpPr>
              <p:cNvPr id="24" name="Line 24"/>
              <p:cNvSpPr/>
              <p:nvPr/>
            </p:nvSpPr>
            <p:spPr>
              <a:xfrm>
                <a:off x="3943350" y="2971800"/>
                <a:ext cx="1438275" cy="381000"/>
              </a:xfrm>
              <a:custGeom>
                <a:avLst/>
                <a:gdLst/>
                <a:ahLst/>
                <a:cxnLst/>
                <a:rect l="l" t="t" r="r" b="b"/>
                <a:pathLst>
                  <a:path w="1438275" h="381000">
                    <a:moveTo>
                      <a:pt x="0" y="0"/>
                    </a:moveTo>
                    <a:lnTo>
                      <a:pt x="1438275" y="381000"/>
                    </a:lnTo>
                  </a:path>
                </a:pathLst>
              </a:custGeom>
              <a:noFill/>
              <a:ln w="28575">
                <a:solidFill>
                  <a:schemeClr val="accent1">
                    <a:alpha val="70000"/>
                  </a:schemeClr>
                </a:solidFill>
              </a:ln>
            </p:spPr>
          </p:sp>
          <p:sp>
            <p:nvSpPr>
              <p:cNvPr id="25" name="Line 25"/>
              <p:cNvSpPr/>
              <p:nvPr/>
            </p:nvSpPr>
            <p:spPr>
              <a:xfrm>
                <a:off x="5381625" y="2590800"/>
                <a:ext cx="14382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438275" h="9525">
                    <a:moveTo>
                      <a:pt x="0" y="0"/>
                    </a:moveTo>
                    <a:lnTo>
                      <a:pt x="1438275" y="0"/>
                    </a:lnTo>
                  </a:path>
                </a:pathLst>
              </a:custGeom>
              <a:noFill/>
              <a:ln w="28575">
                <a:solidFill>
                  <a:schemeClr val="accent1">
                    <a:alpha val="70000"/>
                  </a:schemeClr>
                </a:solidFill>
              </a:ln>
            </p:spPr>
          </p:sp>
          <p:sp>
            <p:nvSpPr>
              <p:cNvPr id="26" name="Line 26"/>
              <p:cNvSpPr/>
              <p:nvPr/>
            </p:nvSpPr>
            <p:spPr>
              <a:xfrm>
                <a:off x="5381625" y="3352800"/>
                <a:ext cx="14382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438275" h="9525">
                    <a:moveTo>
                      <a:pt x="0" y="0"/>
                    </a:moveTo>
                    <a:lnTo>
                      <a:pt x="1438275" y="0"/>
                    </a:lnTo>
                  </a:path>
                </a:pathLst>
              </a:custGeom>
              <a:noFill/>
              <a:ln w="28575">
                <a:solidFill>
                  <a:schemeClr val="accent1">
                    <a:alpha val="70000"/>
                  </a:schemeClr>
                </a:solidFill>
              </a:ln>
            </p:spPr>
          </p:sp>
          <p:sp>
            <p:nvSpPr>
              <p:cNvPr id="27" name="Line 27"/>
              <p:cNvSpPr/>
              <p:nvPr/>
            </p:nvSpPr>
            <p:spPr>
              <a:xfrm>
                <a:off x="5381625" y="2590800"/>
                <a:ext cx="1438275" cy="762000"/>
              </a:xfrm>
              <a:custGeom>
                <a:avLst/>
                <a:gdLst/>
                <a:ahLst/>
                <a:cxnLst/>
                <a:rect l="l" t="t" r="r" b="b"/>
                <a:pathLst>
                  <a:path w="1438275" h="762000">
                    <a:moveTo>
                      <a:pt x="0" y="0"/>
                    </a:moveTo>
                    <a:lnTo>
                      <a:pt x="1438275" y="762000"/>
                    </a:lnTo>
                  </a:path>
                </a:pathLst>
              </a:custGeom>
              <a:noFill/>
              <a:ln w="28575">
                <a:solidFill>
                  <a:schemeClr val="accent1">
                    <a:alpha val="70000"/>
                  </a:schemeClr>
                </a:solidFill>
              </a:ln>
            </p:spPr>
          </p:sp>
          <p:sp>
            <p:nvSpPr>
              <p:cNvPr id="28" name="Line 28"/>
              <p:cNvSpPr/>
              <p:nvPr/>
            </p:nvSpPr>
            <p:spPr>
              <a:xfrm>
                <a:off x="6819900" y="2590800"/>
                <a:ext cx="1438275" cy="381000"/>
              </a:xfrm>
              <a:custGeom>
                <a:avLst/>
                <a:gdLst/>
                <a:ahLst/>
                <a:cxnLst/>
                <a:rect l="l" t="t" r="r" b="b"/>
                <a:pathLst>
                  <a:path w="1438275" h="381000">
                    <a:moveTo>
                      <a:pt x="0" y="0"/>
                    </a:moveTo>
                    <a:lnTo>
                      <a:pt x="1438275" y="381000"/>
                    </a:lnTo>
                  </a:path>
                </a:pathLst>
              </a:custGeom>
              <a:noFill/>
              <a:ln w="28575">
                <a:solidFill>
                  <a:schemeClr val="accent1">
                    <a:alpha val="70000"/>
                  </a:schemeClr>
                </a:solidFill>
              </a:ln>
            </p:spPr>
          </p:sp>
          <p:sp>
            <p:nvSpPr>
              <p:cNvPr id="29" name="Line 29"/>
              <p:cNvSpPr/>
              <p:nvPr/>
            </p:nvSpPr>
            <p:spPr>
              <a:xfrm>
                <a:off x="6819900" y="2971800"/>
                <a:ext cx="1438275" cy="381000"/>
              </a:xfrm>
              <a:custGeom>
                <a:avLst/>
                <a:gdLst/>
                <a:ahLst/>
                <a:cxnLst/>
                <a:rect l="l" t="t" r="r" b="b"/>
                <a:pathLst>
                  <a:path w="1438275" h="381000">
                    <a:moveTo>
                      <a:pt x="0" y="381000"/>
                    </a:moveTo>
                    <a:lnTo>
                      <a:pt x="1438275" y="0"/>
                    </a:lnTo>
                  </a:path>
                </a:pathLst>
              </a:custGeom>
              <a:noFill/>
              <a:ln w="28575">
                <a:solidFill>
                  <a:schemeClr val="accent1">
                    <a:alpha val="70000"/>
                  </a:schemeClr>
                </a:solidFill>
              </a:ln>
            </p:spPr>
          </p:sp>
          <p:sp>
            <p:nvSpPr>
              <p:cNvPr id="30" name="Line 30"/>
              <p:cNvSpPr/>
              <p:nvPr/>
            </p:nvSpPr>
            <p:spPr>
              <a:xfrm>
                <a:off x="8258175" y="2590800"/>
                <a:ext cx="1438275" cy="381000"/>
              </a:xfrm>
              <a:custGeom>
                <a:avLst/>
                <a:gdLst/>
                <a:ahLst/>
                <a:cxnLst/>
                <a:rect l="l" t="t" r="r" b="b"/>
                <a:pathLst>
                  <a:path w="1438275" h="381000">
                    <a:moveTo>
                      <a:pt x="0" y="381000"/>
                    </a:moveTo>
                    <a:lnTo>
                      <a:pt x="1438275" y="0"/>
                    </a:lnTo>
                  </a:path>
                </a:pathLst>
              </a:custGeom>
              <a:noFill/>
              <a:ln w="28575">
                <a:solidFill>
                  <a:schemeClr val="accent1">
                    <a:alpha val="70000"/>
                  </a:schemeClr>
                </a:solidFill>
              </a:ln>
            </p:spPr>
          </p:sp>
          <p:sp>
            <p:nvSpPr>
              <p:cNvPr id="31" name="Line 31"/>
              <p:cNvSpPr/>
              <p:nvPr/>
            </p:nvSpPr>
            <p:spPr>
              <a:xfrm>
                <a:off x="8258175" y="2971800"/>
                <a:ext cx="1438275" cy="381000"/>
              </a:xfrm>
              <a:custGeom>
                <a:avLst/>
                <a:gdLst/>
                <a:ahLst/>
                <a:cxnLst/>
                <a:rect l="l" t="t" r="r" b="b"/>
                <a:pathLst>
                  <a:path w="1438275" h="381000">
                    <a:moveTo>
                      <a:pt x="0" y="0"/>
                    </a:moveTo>
                    <a:lnTo>
                      <a:pt x="1438275" y="381000"/>
                    </a:lnTo>
                  </a:path>
                </a:pathLst>
              </a:custGeom>
              <a:noFill/>
              <a:ln w="28575">
                <a:solidFill>
                  <a:schemeClr val="accent1">
                    <a:alpha val="70000"/>
                  </a:schemeClr>
                </a:solidFill>
              </a:ln>
            </p:spPr>
          </p:sp>
          <p:sp>
            <p:nvSpPr>
              <p:cNvPr id="32" name="Line 32"/>
              <p:cNvSpPr/>
              <p:nvPr/>
            </p:nvSpPr>
            <p:spPr>
              <a:xfrm>
                <a:off x="9696450" y="2590800"/>
                <a:ext cx="1428750" cy="381000"/>
              </a:xfrm>
              <a:custGeom>
                <a:avLst/>
                <a:gdLst/>
                <a:ahLst/>
                <a:cxnLst/>
                <a:rect l="l" t="t" r="r" b="b"/>
                <a:pathLst>
                  <a:path w="1428750" h="381000">
                    <a:moveTo>
                      <a:pt x="0" y="0"/>
                    </a:moveTo>
                    <a:lnTo>
                      <a:pt x="1428750" y="381000"/>
                    </a:lnTo>
                  </a:path>
                </a:pathLst>
              </a:custGeom>
              <a:noFill/>
              <a:ln w="28575">
                <a:solidFill>
                  <a:schemeClr val="accent1">
                    <a:alpha val="70000"/>
                  </a:schemeClr>
                </a:solidFill>
              </a:ln>
            </p:spPr>
          </p:sp>
          <p:sp>
            <p:nvSpPr>
              <p:cNvPr id="33" name="Line 33"/>
              <p:cNvSpPr/>
              <p:nvPr/>
            </p:nvSpPr>
            <p:spPr>
              <a:xfrm>
                <a:off x="9696450" y="2971800"/>
                <a:ext cx="1428750" cy="381000"/>
              </a:xfrm>
              <a:custGeom>
                <a:avLst/>
                <a:gdLst/>
                <a:ahLst/>
                <a:cxnLst/>
                <a:rect l="l" t="t" r="r" b="b"/>
                <a:pathLst>
                  <a:path w="1428750" h="381000">
                    <a:moveTo>
                      <a:pt x="0" y="381000"/>
                    </a:moveTo>
                    <a:lnTo>
                      <a:pt x="1428750" y="0"/>
                    </a:lnTo>
                  </a:path>
                </a:pathLst>
              </a:custGeom>
              <a:noFill/>
              <a:ln w="28575">
                <a:solidFill>
                  <a:schemeClr val="accent1">
                    <a:alpha val="70000"/>
                  </a:schemeClr>
                </a:solidFill>
              </a:ln>
            </p:spPr>
          </p:sp>
        </p:grpSp>
        <p:grpSp>
          <p:nvGrpSpPr>
            <p:cNvPr id="48" name="route-nodes"/>
            <p:cNvGrpSpPr/>
            <p:nvPr/>
          </p:nvGrpSpPr>
          <p:grpSpPr>
            <a:xfrm>
              <a:off x="914400" y="2476500"/>
              <a:ext cx="10401300" cy="990600"/>
              <a:chOff x="914400" y="2476500"/>
              <a:chExt cx="10401300" cy="990600"/>
            </a:xfrm>
          </p:grpSpPr>
          <p:sp>
            <p:nvSpPr>
              <p:cNvPr id="35" name="Rectangle 35"/>
              <p:cNvSpPr/>
              <p:nvPr/>
            </p:nvSpPr>
            <p:spPr>
              <a:xfrm>
                <a:off x="914400" y="2819400"/>
                <a:ext cx="304800" cy="3048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36" name="Rectangle 36"/>
              <p:cNvSpPr/>
              <p:nvPr/>
            </p:nvSpPr>
            <p:spPr>
              <a:xfrm>
                <a:off x="2390775" y="2476500"/>
                <a:ext cx="228600" cy="228600"/>
              </a:xfrm>
              <a:prstGeom prst="rect">
                <a:avLst/>
              </a:prstGeom>
              <a:solidFill>
                <a:schemeClr val="lt1"/>
              </a:solidFill>
              <a:ln w="28575">
                <a:solidFill>
                  <a:srgbClr val="AFA9C2"/>
                </a:solidFill>
              </a:ln>
            </p:spPr>
          </p:sp>
          <p:sp>
            <p:nvSpPr>
              <p:cNvPr id="37" name="Rectangle 37"/>
              <p:cNvSpPr/>
              <p:nvPr/>
            </p:nvSpPr>
            <p:spPr>
              <a:xfrm>
                <a:off x="2390775" y="3238500"/>
                <a:ext cx="228600" cy="228600"/>
              </a:xfrm>
              <a:prstGeom prst="rect">
                <a:avLst/>
              </a:prstGeom>
              <a:solidFill>
                <a:schemeClr val="lt1"/>
              </a:solidFill>
              <a:ln w="28575">
                <a:solidFill>
                  <a:srgbClr val="8E86A8"/>
                </a:solidFill>
              </a:ln>
            </p:spPr>
          </p:sp>
          <p:sp>
            <p:nvSpPr>
              <p:cNvPr id="38" name="Rectangle 38"/>
              <p:cNvSpPr/>
              <p:nvPr/>
            </p:nvSpPr>
            <p:spPr>
              <a:xfrm>
                <a:off x="3790950" y="2819400"/>
                <a:ext cx="304800" cy="3048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39" name="Rectangle 39"/>
              <p:cNvSpPr/>
              <p:nvPr/>
            </p:nvSpPr>
            <p:spPr>
              <a:xfrm>
                <a:off x="5267325" y="2476500"/>
                <a:ext cx="228600" cy="228600"/>
              </a:xfrm>
              <a:prstGeom prst="rect">
                <a:avLst/>
              </a:prstGeom>
              <a:solidFill>
                <a:schemeClr val="lt1"/>
              </a:solidFill>
              <a:ln w="28575">
                <a:solidFill>
                  <a:srgbClr val="AFA9C2"/>
                </a:solidFill>
              </a:ln>
            </p:spPr>
          </p:sp>
          <p:sp>
            <p:nvSpPr>
              <p:cNvPr id="40" name="Rectangle 40"/>
              <p:cNvSpPr/>
              <p:nvPr/>
            </p:nvSpPr>
            <p:spPr>
              <a:xfrm>
                <a:off x="5267325" y="3238500"/>
                <a:ext cx="228600" cy="228600"/>
              </a:xfrm>
              <a:prstGeom prst="rect">
                <a:avLst/>
              </a:prstGeom>
              <a:solidFill>
                <a:schemeClr val="lt1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41" name="Rectangle 41"/>
              <p:cNvSpPr/>
              <p:nvPr/>
            </p:nvSpPr>
            <p:spPr>
              <a:xfrm>
                <a:off x="6705600" y="2476500"/>
                <a:ext cx="228600" cy="228600"/>
              </a:xfrm>
              <a:prstGeom prst="rect">
                <a:avLst/>
              </a:prstGeom>
              <a:solidFill>
                <a:schemeClr val="lt1"/>
              </a:solidFill>
              <a:ln w="28575">
                <a:solidFill>
                  <a:srgbClr val="AFA9C2"/>
                </a:solidFill>
              </a:ln>
            </p:spPr>
          </p:sp>
          <p:sp>
            <p:nvSpPr>
              <p:cNvPr id="42" name="Rectangle 42"/>
              <p:cNvSpPr/>
              <p:nvPr/>
            </p:nvSpPr>
            <p:spPr>
              <a:xfrm>
                <a:off x="6705600" y="3238500"/>
                <a:ext cx="228600" cy="228600"/>
              </a:xfrm>
              <a:prstGeom prst="rect">
                <a:avLst/>
              </a:prstGeom>
              <a:solidFill>
                <a:schemeClr val="lt1"/>
              </a:solidFill>
              <a:ln w="28575">
                <a:solidFill>
                  <a:srgbClr val="8E86A8"/>
                </a:solidFill>
              </a:ln>
            </p:spPr>
          </p:sp>
          <p:sp>
            <p:nvSpPr>
              <p:cNvPr id="43" name="Rectangle 43"/>
              <p:cNvSpPr/>
              <p:nvPr/>
            </p:nvSpPr>
            <p:spPr>
              <a:xfrm>
                <a:off x="8105775" y="2819400"/>
                <a:ext cx="304800" cy="3048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44" name="Rectangle 44"/>
              <p:cNvSpPr/>
              <p:nvPr/>
            </p:nvSpPr>
            <p:spPr>
              <a:xfrm>
                <a:off x="9582150" y="2476500"/>
                <a:ext cx="228600" cy="228600"/>
              </a:xfrm>
              <a:prstGeom prst="rect">
                <a:avLst/>
              </a:prstGeom>
              <a:solidFill>
                <a:schemeClr val="lt1"/>
              </a:solidFill>
              <a:ln w="28575">
                <a:solidFill>
                  <a:srgbClr val="AFA9C2"/>
                </a:solidFill>
              </a:ln>
            </p:spPr>
          </p:sp>
          <p:sp>
            <p:nvSpPr>
              <p:cNvPr id="45" name="Rectangle 45"/>
              <p:cNvSpPr/>
              <p:nvPr/>
            </p:nvSpPr>
            <p:spPr>
              <a:xfrm>
                <a:off x="9582150" y="3238500"/>
                <a:ext cx="228600" cy="228600"/>
              </a:xfrm>
              <a:prstGeom prst="rect">
                <a:avLst/>
              </a:prstGeom>
              <a:solidFill>
                <a:schemeClr val="lt1"/>
              </a:solidFill>
              <a:ln w="28575">
                <a:solidFill>
                  <a:srgbClr val="8E86A8"/>
                </a:solidFill>
              </a:ln>
            </p:spPr>
          </p:sp>
          <p:sp>
            <p:nvSpPr>
              <p:cNvPr id="46" name="Rectangle 46"/>
              <p:cNvSpPr/>
              <p:nvPr/>
            </p:nvSpPr>
            <p:spPr>
              <a:xfrm>
                <a:off x="10934700" y="2781300"/>
                <a:ext cx="381000" cy="3810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47" name="Rectangle 47"/>
              <p:cNvSpPr/>
              <p:nvPr/>
            </p:nvSpPr>
            <p:spPr>
              <a:xfrm>
                <a:off x="11049000" y="2895600"/>
                <a:ext cx="152400" cy="152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</p:sp>
        </p:grpSp>
        <p:grpSp>
          <p:nvGrpSpPr>
            <p:cNvPr id="61" name="route-labels"/>
            <p:cNvGrpSpPr/>
            <p:nvPr/>
          </p:nvGrpSpPr>
          <p:grpSpPr>
            <a:xfrm>
              <a:off x="899160" y="2251710"/>
              <a:ext cx="10412349" cy="1530096"/>
              <a:chOff x="899160" y="2251710"/>
              <a:chExt cx="10412349" cy="1530096"/>
            </a:xfrm>
          </p:grpSpPr>
          <p:sp>
            <p:nvSpPr>
              <p:cNvPr id="49" name="TextBox 49"/>
              <p:cNvSpPr txBox="1"/>
              <p:nvPr/>
            </p:nvSpPr>
            <p:spPr>
              <a:xfrm>
                <a:off x="899160" y="3242310"/>
                <a:ext cx="33528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入口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2337435" y="2251710"/>
                <a:ext cx="33528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战斗</a:t>
                </a: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2337435" y="3547110"/>
                <a:ext cx="33528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事件</a:t>
                </a: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3614166" y="3242310"/>
                <a:ext cx="65836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必经证据</a:t>
                </a:r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5213985" y="2251710"/>
                <a:ext cx="33528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战斗</a:t>
                </a:r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4959553" y="3547110"/>
                <a:ext cx="84414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精英 · 可选</a:t>
                </a: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6652260" y="2251710"/>
                <a:ext cx="33528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战斗</a:t>
                </a:r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6652260" y="3547110"/>
                <a:ext cx="33528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事件</a:t>
                </a:r>
              </a:p>
            </p:txBody>
          </p:sp>
          <p:sp>
            <p:nvSpPr>
              <p:cNvPr id="57" name="TextBox 57"/>
              <p:cNvSpPr txBox="1"/>
              <p:nvPr/>
            </p:nvSpPr>
            <p:spPr>
              <a:xfrm>
                <a:off x="7928991" y="3242310"/>
                <a:ext cx="65836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角色事件</a:t>
                </a:r>
              </a:p>
            </p:txBody>
          </p:sp>
          <p:sp>
            <p:nvSpPr>
              <p:cNvPr id="58" name="TextBox 58"/>
              <p:cNvSpPr txBox="1"/>
              <p:nvPr/>
            </p:nvSpPr>
            <p:spPr>
              <a:xfrm>
                <a:off x="9528810" y="2251710"/>
                <a:ext cx="33528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战斗</a:t>
                </a:r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9528810" y="3547110"/>
                <a:ext cx="33528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事件</a:t>
                </a:r>
              </a:p>
            </p:txBody>
          </p:sp>
          <p:sp>
            <p:nvSpPr>
              <p:cNvPr id="60" name="TextBox 60"/>
              <p:cNvSpPr txBox="1"/>
              <p:nvPr/>
            </p:nvSpPr>
            <p:spPr>
              <a:xfrm>
                <a:off x="10938891" y="3280410"/>
                <a:ext cx="37261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Boss</a:t>
                </a:r>
              </a:p>
            </p:txBody>
          </p:sp>
        </p:grpSp>
        <p:sp>
          <p:nvSpPr>
            <p:cNvPr id="62" name="TextBox 62"/>
            <p:cNvSpPr txBox="1"/>
            <p:nvPr/>
          </p:nvSpPr>
          <p:spPr>
            <a:xfrm>
              <a:off x="832104" y="3851910"/>
              <a:ext cx="816418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29540" indent="-129540" algn="l">
                <a:buClr>
                  <a:schemeClr val="accent2"/>
                </a:buClr>
                <a:buSzTx/>
                <a:buFontTx/>
                <a:buChar char="■"/>
              </a:pPr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固定节点：入口 · 必经证据 · 角色事件 · Boss　　□ 分支节点　　普通战斗 3–4 场 · 可选精英 1 场 · Boss 1 场</a:t>
              </a:r>
            </a:p>
          </p:txBody>
        </p:sp>
      </p:grpSp>
      <p:grpSp>
        <p:nvGrpSpPr>
          <p:cNvPr id="88" name="time-slices"/>
          <p:cNvGrpSpPr/>
          <p:nvPr/>
        </p:nvGrpSpPr>
        <p:grpSpPr>
          <a:xfrm>
            <a:off x="603504" y="4396740"/>
            <a:ext cx="3282696" cy="1880616"/>
            <a:chOff x="603504" y="4396740"/>
            <a:chExt cx="3282696" cy="1880616"/>
          </a:xfrm>
        </p:grpSpPr>
        <p:grpSp>
          <p:nvGrpSpPr>
            <p:cNvPr id="66" name="Group 66"/>
            <p:cNvGrpSpPr/>
            <p:nvPr/>
          </p:nvGrpSpPr>
          <p:grpSpPr>
            <a:xfrm>
              <a:off x="663773" y="4404717"/>
              <a:ext cx="139302" cy="201215"/>
              <a:chOff x="663773" y="4404717"/>
              <a:chExt cx="139302" cy="201215"/>
            </a:xfrm>
          </p:grpSpPr>
          <p:sp>
            <p:nvSpPr>
              <p:cNvPr id="64" name="Freeform 64"/>
              <p:cNvSpPr/>
              <p:nvPr/>
            </p:nvSpPr>
            <p:spPr>
              <a:xfrm>
                <a:off x="671512" y="4412456"/>
                <a:ext cx="123824" cy="185737"/>
              </a:xfrm>
              <a:custGeom>
                <a:avLst/>
                <a:gdLst/>
                <a:ahLst/>
                <a:cxnLst/>
                <a:rect l="l" t="t" r="r" b="b"/>
                <a:pathLst>
                  <a:path w="123824" h="185737">
                    <a:moveTo>
                      <a:pt x="120748" y="48369"/>
                    </a:moveTo>
                    <a:lnTo>
                      <a:pt x="61912" y="92868"/>
                    </a:lnTo>
                    <a:lnTo>
                      <a:pt x="3096" y="48756"/>
                    </a:lnTo>
                    <a:cubicBezTo>
                      <a:pt x="1147" y="47294"/>
                      <a:pt x="0" y="45001"/>
                      <a:pt x="0" y="42565"/>
                    </a:cubicBezTo>
                    <a:lnTo>
                      <a:pt x="0" y="7739"/>
                    </a:lnTo>
                    <a:cubicBezTo>
                      <a:pt x="0" y="3465"/>
                      <a:pt x="3465" y="0"/>
                      <a:pt x="7739" y="0"/>
                    </a:cubicBezTo>
                    <a:lnTo>
                      <a:pt x="116085" y="0"/>
                    </a:lnTo>
                    <a:cubicBezTo>
                      <a:pt x="120360" y="0"/>
                      <a:pt x="123824" y="3465"/>
                      <a:pt x="123824" y="7739"/>
                    </a:cubicBezTo>
                    <a:lnTo>
                      <a:pt x="123824" y="42216"/>
                    </a:lnTo>
                    <a:cubicBezTo>
                      <a:pt x="123817" y="44635"/>
                      <a:pt x="122679" y="46912"/>
                      <a:pt x="120748" y="48369"/>
                    </a:cubicBezTo>
                    <a:close/>
                    <a:moveTo>
                      <a:pt x="0" y="143172"/>
                    </a:moveTo>
                    <a:lnTo>
                      <a:pt x="0" y="177998"/>
                    </a:lnTo>
                    <a:cubicBezTo>
                      <a:pt x="0" y="182272"/>
                      <a:pt x="3465" y="185737"/>
                      <a:pt x="7739" y="185737"/>
                    </a:cubicBezTo>
                    <a:lnTo>
                      <a:pt x="116085" y="185737"/>
                    </a:lnTo>
                    <a:cubicBezTo>
                      <a:pt x="120360" y="185737"/>
                      <a:pt x="123824" y="182272"/>
                      <a:pt x="123824" y="177998"/>
                    </a:cubicBezTo>
                    <a:lnTo>
                      <a:pt x="123824" y="143520"/>
                    </a:lnTo>
                    <a:cubicBezTo>
                      <a:pt x="123823" y="141094"/>
                      <a:pt x="122684" y="138810"/>
                      <a:pt x="120748" y="137348"/>
                    </a:cubicBezTo>
                    <a:lnTo>
                      <a:pt x="61912" y="92868"/>
                    </a:lnTo>
                    <a:lnTo>
                      <a:pt x="3096" y="136981"/>
                    </a:lnTo>
                    <a:cubicBezTo>
                      <a:pt x="1147" y="138442"/>
                      <a:pt x="0" y="140736"/>
                      <a:pt x="0" y="143172"/>
                    </a:cubicBezTo>
                    <a:close/>
                  </a:path>
                </a:pathLst>
              </a:custGeom>
              <a:solidFill>
                <a:schemeClr val="accent1">
                  <a:alpha val="20000"/>
                </a:schemeClr>
              </a:solidFill>
              <a:ln>
                <a:noFill/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663773" y="4404717"/>
                <a:ext cx="139302" cy="201215"/>
              </a:xfrm>
              <a:custGeom>
                <a:avLst/>
                <a:gdLst/>
                <a:ahLst/>
                <a:cxnLst/>
                <a:rect l="l" t="t" r="r" b="b"/>
                <a:pathLst>
                  <a:path w="139302" h="201215">
                    <a:moveTo>
                      <a:pt x="139302" y="49955"/>
                    </a:moveTo>
                    <a:lnTo>
                      <a:pt x="139302" y="15478"/>
                    </a:lnTo>
                    <a:cubicBezTo>
                      <a:pt x="139302" y="6930"/>
                      <a:pt x="132373" y="0"/>
                      <a:pt x="123824" y="0"/>
                    </a:cubicBezTo>
                    <a:lnTo>
                      <a:pt x="15478" y="0"/>
                    </a:lnTo>
                    <a:cubicBezTo>
                      <a:pt x="6930" y="0"/>
                      <a:pt x="0" y="6930"/>
                      <a:pt x="0" y="15478"/>
                    </a:cubicBezTo>
                    <a:lnTo>
                      <a:pt x="0" y="50304"/>
                    </a:lnTo>
                    <a:cubicBezTo>
                      <a:pt x="11" y="55173"/>
                      <a:pt x="2302" y="59756"/>
                      <a:pt x="6191" y="62686"/>
                    </a:cubicBezTo>
                    <a:lnTo>
                      <a:pt x="56756" y="100607"/>
                    </a:lnTo>
                    <a:lnTo>
                      <a:pt x="6191" y="138529"/>
                    </a:lnTo>
                    <a:cubicBezTo>
                      <a:pt x="2302" y="141459"/>
                      <a:pt x="11" y="146042"/>
                      <a:pt x="0" y="150911"/>
                    </a:cubicBezTo>
                    <a:lnTo>
                      <a:pt x="0" y="185737"/>
                    </a:lnTo>
                    <a:cubicBezTo>
                      <a:pt x="0" y="194285"/>
                      <a:pt x="6930" y="201215"/>
                      <a:pt x="15478" y="201215"/>
                    </a:cubicBezTo>
                    <a:lnTo>
                      <a:pt x="123824" y="201215"/>
                    </a:lnTo>
                    <a:cubicBezTo>
                      <a:pt x="132373" y="201215"/>
                      <a:pt x="139302" y="194285"/>
                      <a:pt x="139302" y="185737"/>
                    </a:cubicBezTo>
                    <a:lnTo>
                      <a:pt x="139302" y="151259"/>
                    </a:lnTo>
                    <a:cubicBezTo>
                      <a:pt x="139291" y="146409"/>
                      <a:pt x="137020" y="141842"/>
                      <a:pt x="133160" y="138906"/>
                    </a:cubicBezTo>
                    <a:lnTo>
                      <a:pt x="82488" y="100607"/>
                    </a:lnTo>
                    <a:lnTo>
                      <a:pt x="133160" y="62309"/>
                    </a:lnTo>
                    <a:cubicBezTo>
                      <a:pt x="137020" y="59373"/>
                      <a:pt x="139291" y="54805"/>
                      <a:pt x="139302" y="49955"/>
                    </a:cubicBezTo>
                    <a:close/>
                    <a:moveTo>
                      <a:pt x="123824" y="185737"/>
                    </a:moveTo>
                    <a:lnTo>
                      <a:pt x="15478" y="185737"/>
                    </a:lnTo>
                    <a:lnTo>
                      <a:pt x="15478" y="150911"/>
                    </a:lnTo>
                    <a:lnTo>
                      <a:pt x="69651" y="110281"/>
                    </a:lnTo>
                    <a:lnTo>
                      <a:pt x="123824" y="151250"/>
                    </a:lnTo>
                    <a:close/>
                    <a:moveTo>
                      <a:pt x="123824" y="49955"/>
                    </a:moveTo>
                    <a:lnTo>
                      <a:pt x="69651" y="90934"/>
                    </a:lnTo>
                    <a:lnTo>
                      <a:pt x="15478" y="50304"/>
                    </a:lnTo>
                    <a:lnTo>
                      <a:pt x="15478" y="15478"/>
                    </a:lnTo>
                    <a:lnTo>
                      <a:pt x="123824" y="15478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</p:grpSp>
        <p:sp>
          <p:nvSpPr>
            <p:cNvPr id="67" name="TextBox 67"/>
            <p:cNvSpPr txBox="1"/>
            <p:nvPr/>
          </p:nvSpPr>
          <p:spPr>
            <a:xfrm>
              <a:off x="943356" y="439674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时间切片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609600" y="4762500"/>
              <a:ext cx="990600" cy="876300"/>
            </a:xfrm>
            <a:prstGeom prst="rect">
              <a:avLst/>
            </a:prstGeom>
            <a:solidFill>
              <a:schemeClr val="accent3">
                <a:alpha val="65000"/>
              </a:schemeClr>
            </a:solidFill>
            <a:ln>
              <a:noFill/>
            </a:ln>
          </p:spPr>
        </p:sp>
        <p:sp>
          <p:nvSpPr>
            <p:cNvPr id="69" name="Rectangle 69"/>
            <p:cNvSpPr/>
            <p:nvPr/>
          </p:nvSpPr>
          <p:spPr>
            <a:xfrm>
              <a:off x="609600" y="5410200"/>
              <a:ext cx="990600" cy="228600"/>
            </a:xfrm>
            <a:prstGeom prst="rect">
              <a:avLst/>
            </a:prstGeom>
            <a:solidFill>
              <a:srgbClr val="0D1226"/>
            </a:solidFill>
            <a:ln>
              <a:noFill/>
            </a:ln>
          </p:spPr>
        </p:sp>
        <p:sp>
          <p:nvSpPr>
            <p:cNvPr id="70" name="Rectangle 70"/>
            <p:cNvSpPr/>
            <p:nvPr/>
          </p:nvSpPr>
          <p:spPr>
            <a:xfrm>
              <a:off x="990600" y="5029200"/>
              <a:ext cx="228600" cy="381000"/>
            </a:xfrm>
            <a:prstGeom prst="rect">
              <a:avLst/>
            </a:prstGeom>
            <a:solidFill>
              <a:srgbClr val="0D1226"/>
            </a:solidFill>
            <a:ln>
              <a:noFill/>
            </a:ln>
          </p:spPr>
        </p:sp>
        <p:sp>
          <p:nvSpPr>
            <p:cNvPr id="71" name="Rectangle 71"/>
            <p:cNvSpPr/>
            <p:nvPr/>
          </p:nvSpPr>
          <p:spPr>
            <a:xfrm>
              <a:off x="1066800" y="4914900"/>
              <a:ext cx="76200" cy="114300"/>
            </a:xfrm>
            <a:prstGeom prst="rect">
              <a:avLst/>
            </a:prstGeom>
            <a:solidFill>
              <a:srgbClr val="0D1226"/>
            </a:solidFill>
            <a:ln>
              <a:noFill/>
            </a:ln>
          </p:spPr>
        </p:sp>
        <p:sp>
          <p:nvSpPr>
            <p:cNvPr id="72" name="Rectangle 72"/>
            <p:cNvSpPr/>
            <p:nvPr/>
          </p:nvSpPr>
          <p:spPr>
            <a:xfrm>
              <a:off x="1333500" y="4876800"/>
              <a:ext cx="114300" cy="114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73" name="Rectangle 73"/>
            <p:cNvSpPr/>
            <p:nvPr/>
          </p:nvSpPr>
          <p:spPr>
            <a:xfrm>
              <a:off x="1752600" y="4762500"/>
              <a:ext cx="990600" cy="876300"/>
            </a:xfrm>
            <a:prstGeom prst="rect">
              <a:avLst/>
            </a:prstGeom>
            <a:solidFill>
              <a:srgbClr val="4466D6">
                <a:alpha val="45000"/>
              </a:srgbClr>
            </a:solidFill>
            <a:ln>
              <a:noFill/>
            </a:ln>
          </p:spPr>
        </p:sp>
        <p:sp>
          <p:nvSpPr>
            <p:cNvPr id="74" name="Rectangle 74"/>
            <p:cNvSpPr/>
            <p:nvPr/>
          </p:nvSpPr>
          <p:spPr>
            <a:xfrm>
              <a:off x="1752600" y="5410200"/>
              <a:ext cx="990600" cy="228600"/>
            </a:xfrm>
            <a:prstGeom prst="rect">
              <a:avLst/>
            </a:prstGeom>
            <a:solidFill>
              <a:srgbClr val="0D1226"/>
            </a:solidFill>
            <a:ln>
              <a:noFill/>
            </a:ln>
          </p:spPr>
        </p:sp>
        <p:sp>
          <p:nvSpPr>
            <p:cNvPr id="75" name="Rectangle 75"/>
            <p:cNvSpPr/>
            <p:nvPr/>
          </p:nvSpPr>
          <p:spPr>
            <a:xfrm>
              <a:off x="2133600" y="5029200"/>
              <a:ext cx="228600" cy="381000"/>
            </a:xfrm>
            <a:prstGeom prst="rect">
              <a:avLst/>
            </a:prstGeom>
            <a:solidFill>
              <a:srgbClr val="0D1226"/>
            </a:solidFill>
            <a:ln>
              <a:noFill/>
            </a:ln>
          </p:spPr>
        </p:sp>
        <p:sp>
          <p:nvSpPr>
            <p:cNvPr id="76" name="Rectangle 76"/>
            <p:cNvSpPr/>
            <p:nvPr/>
          </p:nvSpPr>
          <p:spPr>
            <a:xfrm>
              <a:off x="2209800" y="4914900"/>
              <a:ext cx="76200" cy="114300"/>
            </a:xfrm>
            <a:prstGeom prst="rect">
              <a:avLst/>
            </a:prstGeom>
            <a:solidFill>
              <a:srgbClr val="0D1226"/>
            </a:solidFill>
            <a:ln>
              <a:noFill/>
            </a:ln>
          </p:spPr>
        </p:sp>
        <p:sp>
          <p:nvSpPr>
            <p:cNvPr id="77" name="Rectangle 77"/>
            <p:cNvSpPr/>
            <p:nvPr/>
          </p:nvSpPr>
          <p:spPr>
            <a:xfrm>
              <a:off x="2209800" y="5105400"/>
              <a:ext cx="76200" cy="7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78" name="Rectangle 78"/>
            <p:cNvSpPr/>
            <p:nvPr/>
          </p:nvSpPr>
          <p:spPr>
            <a:xfrm>
              <a:off x="1905000" y="4876800"/>
              <a:ext cx="38100" cy="38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</p:sp>
        <p:sp>
          <p:nvSpPr>
            <p:cNvPr id="79" name="Rectangle 79"/>
            <p:cNvSpPr/>
            <p:nvPr/>
          </p:nvSpPr>
          <p:spPr>
            <a:xfrm>
              <a:off x="2895600" y="4762500"/>
              <a:ext cx="990600" cy="876300"/>
            </a:xfrm>
            <a:prstGeom prst="rect">
              <a:avLst/>
            </a:prstGeom>
            <a:solidFill>
              <a:schemeClr val="accent1">
                <a:alpha val="45000"/>
              </a:schemeClr>
            </a:solidFill>
            <a:ln>
              <a:noFill/>
            </a:ln>
          </p:spPr>
        </p:sp>
        <p:sp>
          <p:nvSpPr>
            <p:cNvPr id="80" name="Rectangle 80"/>
            <p:cNvSpPr/>
            <p:nvPr/>
          </p:nvSpPr>
          <p:spPr>
            <a:xfrm>
              <a:off x="2895600" y="5410200"/>
              <a:ext cx="990600" cy="228600"/>
            </a:xfrm>
            <a:prstGeom prst="rect">
              <a:avLst/>
            </a:prstGeom>
            <a:solidFill>
              <a:srgbClr val="0D1226"/>
            </a:solidFill>
            <a:ln>
              <a:noFill/>
            </a:ln>
          </p:spPr>
        </p:sp>
        <p:sp>
          <p:nvSpPr>
            <p:cNvPr id="81" name="Rectangle 81"/>
            <p:cNvSpPr/>
            <p:nvPr/>
          </p:nvSpPr>
          <p:spPr>
            <a:xfrm>
              <a:off x="3276600" y="5029200"/>
              <a:ext cx="228600" cy="381000"/>
            </a:xfrm>
            <a:prstGeom prst="rect">
              <a:avLst/>
            </a:prstGeom>
            <a:solidFill>
              <a:srgbClr val="0D1226"/>
            </a:solidFill>
            <a:ln>
              <a:noFill/>
            </a:ln>
          </p:spPr>
        </p:sp>
        <p:sp>
          <p:nvSpPr>
            <p:cNvPr id="82" name="Rectangle 82"/>
            <p:cNvSpPr/>
            <p:nvPr/>
          </p:nvSpPr>
          <p:spPr>
            <a:xfrm>
              <a:off x="3352800" y="4914900"/>
              <a:ext cx="76200" cy="114300"/>
            </a:xfrm>
            <a:prstGeom prst="rect">
              <a:avLst/>
            </a:prstGeom>
            <a:solidFill>
              <a:srgbClr val="0D1226"/>
            </a:solidFill>
            <a:ln>
              <a:noFill/>
            </a:ln>
          </p:spPr>
        </p:sp>
        <p:sp>
          <p:nvSpPr>
            <p:cNvPr id="83" name="Rectangle 83"/>
            <p:cNvSpPr/>
            <p:nvPr/>
          </p:nvSpPr>
          <p:spPr>
            <a:xfrm>
              <a:off x="3009900" y="4838700"/>
              <a:ext cx="762000" cy="38100"/>
            </a:xfrm>
            <a:prstGeom prst="rect">
              <a:avLst/>
            </a:prstGeom>
            <a:solidFill>
              <a:schemeClr val="accent2">
                <a:alpha val="80000"/>
              </a:schemeClr>
            </a:solidFill>
            <a:ln>
              <a:noFill/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825436" y="574071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落日前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1968436" y="574071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钟鸣后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3111436" y="574071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锚定时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603504" y="6042660"/>
              <a:ext cx="22738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同一地点，重返时出现新的切片</a:t>
              </a:r>
            </a:p>
          </p:txBody>
        </p:sp>
      </p:grpSp>
      <p:sp>
        <p:nvSpPr>
          <p:cNvPr id="89" name="Line 89"/>
          <p:cNvSpPr/>
          <p:nvPr/>
        </p:nvSpPr>
        <p:spPr>
          <a:xfrm>
            <a:off x="4267200" y="4419600"/>
            <a:ext cx="9525" cy="1790700"/>
          </a:xfrm>
          <a:custGeom>
            <a:avLst/>
            <a:gdLst/>
            <a:ahLst/>
            <a:cxnLst/>
            <a:rect l="l" t="t" r="r" b="b"/>
            <a:pathLst>
              <a:path w="9525" h="1790700">
                <a:moveTo>
                  <a:pt x="0" y="0"/>
                </a:moveTo>
                <a:lnTo>
                  <a:pt x="0" y="1790700"/>
                </a:lnTo>
              </a:path>
            </a:pathLst>
          </a:custGeom>
          <a:noFill/>
          <a:ln w="9525">
            <a:solidFill>
              <a:srgbClr val="3B4670"/>
            </a:solidFill>
          </a:ln>
        </p:spPr>
      </p:sp>
      <p:grpSp>
        <p:nvGrpSpPr>
          <p:cNvPr id="103" name="evidence-log"/>
          <p:cNvGrpSpPr/>
          <p:nvPr/>
        </p:nvGrpSpPr>
        <p:grpSpPr>
          <a:xfrm>
            <a:off x="4419600" y="4396740"/>
            <a:ext cx="3119628" cy="1655635"/>
            <a:chOff x="4419600" y="4396740"/>
            <a:chExt cx="3119628" cy="1655635"/>
          </a:xfrm>
        </p:grpSpPr>
        <p:grpSp>
          <p:nvGrpSpPr>
            <p:cNvPr id="92" name="Group 92"/>
            <p:cNvGrpSpPr/>
            <p:nvPr/>
          </p:nvGrpSpPr>
          <p:grpSpPr>
            <a:xfrm>
              <a:off x="4427339" y="4412456"/>
              <a:ext cx="216693" cy="185737"/>
              <a:chOff x="4427339" y="4412456"/>
              <a:chExt cx="216693" cy="185737"/>
            </a:xfrm>
          </p:grpSpPr>
          <p:sp>
            <p:nvSpPr>
              <p:cNvPr id="90" name="Freeform 90"/>
              <p:cNvSpPr/>
              <p:nvPr/>
            </p:nvSpPr>
            <p:spPr>
              <a:xfrm>
                <a:off x="4458295" y="4420195"/>
                <a:ext cx="154780" cy="170259"/>
              </a:xfrm>
              <a:custGeom>
                <a:avLst/>
                <a:gdLst/>
                <a:ahLst/>
                <a:cxnLst/>
                <a:rect l="l" t="t" r="r" b="b"/>
                <a:pathLst>
                  <a:path w="154780" h="170259">
                    <a:moveTo>
                      <a:pt x="154780" y="131563"/>
                    </a:moveTo>
                    <a:lnTo>
                      <a:pt x="61912" y="131563"/>
                    </a:lnTo>
                    <a:cubicBezTo>
                      <a:pt x="61912" y="131563"/>
                      <a:pt x="69651" y="137368"/>
                      <a:pt x="69651" y="147041"/>
                    </a:cubicBezTo>
                    <a:cubicBezTo>
                      <a:pt x="69651" y="159864"/>
                      <a:pt x="59257" y="170259"/>
                      <a:pt x="46434" y="170259"/>
                    </a:cubicBezTo>
                    <a:cubicBezTo>
                      <a:pt x="33612" y="170259"/>
                      <a:pt x="23217" y="159864"/>
                      <a:pt x="23217" y="147041"/>
                    </a:cubicBezTo>
                    <a:lnTo>
                      <a:pt x="23217" y="23217"/>
                    </a:lnTo>
                    <a:cubicBezTo>
                      <a:pt x="23217" y="10395"/>
                      <a:pt x="12822" y="0"/>
                      <a:pt x="0" y="0"/>
                    </a:cubicBezTo>
                    <a:lnTo>
                      <a:pt x="131563" y="0"/>
                    </a:lnTo>
                    <a:cubicBezTo>
                      <a:pt x="144386" y="0"/>
                      <a:pt x="154780" y="10395"/>
                      <a:pt x="154780" y="23217"/>
                    </a:cubicBezTo>
                    <a:close/>
                  </a:path>
                </a:pathLst>
              </a:custGeom>
              <a:solidFill>
                <a:schemeClr val="accent1">
                  <a:alpha val="20000"/>
                </a:schemeClr>
              </a:solidFill>
              <a:ln>
                <a:noFill/>
              </a:ln>
            </p:spPr>
          </p:sp>
          <p:sp>
            <p:nvSpPr>
              <p:cNvPr id="91" name="Freeform 91"/>
              <p:cNvSpPr/>
              <p:nvPr/>
            </p:nvSpPr>
            <p:spPr>
              <a:xfrm>
                <a:off x="4427339" y="4412456"/>
                <a:ext cx="216693" cy="185737"/>
              </a:xfrm>
              <a:custGeom>
                <a:avLst/>
                <a:gdLst/>
                <a:ahLst/>
                <a:cxnLst/>
                <a:rect l="l" t="t" r="r" b="b"/>
                <a:pathLst>
                  <a:path w="216693" h="185737">
                    <a:moveTo>
                      <a:pt x="85129" y="69651"/>
                    </a:moveTo>
                    <a:cubicBezTo>
                      <a:pt x="85129" y="65377"/>
                      <a:pt x="88594" y="61912"/>
                      <a:pt x="92868" y="61912"/>
                    </a:cubicBezTo>
                    <a:lnTo>
                      <a:pt x="154780" y="61912"/>
                    </a:lnTo>
                    <a:cubicBezTo>
                      <a:pt x="159055" y="61912"/>
                      <a:pt x="162520" y="65377"/>
                      <a:pt x="162520" y="69651"/>
                    </a:cubicBezTo>
                    <a:cubicBezTo>
                      <a:pt x="162520" y="73925"/>
                      <a:pt x="159055" y="77390"/>
                      <a:pt x="154780" y="77390"/>
                    </a:cubicBezTo>
                    <a:lnTo>
                      <a:pt x="92868" y="77390"/>
                    </a:lnTo>
                    <a:cubicBezTo>
                      <a:pt x="88594" y="77390"/>
                      <a:pt x="85129" y="73925"/>
                      <a:pt x="85129" y="69651"/>
                    </a:cubicBezTo>
                    <a:close/>
                    <a:moveTo>
                      <a:pt x="92868" y="108346"/>
                    </a:moveTo>
                    <a:lnTo>
                      <a:pt x="154780" y="108346"/>
                    </a:lnTo>
                    <a:cubicBezTo>
                      <a:pt x="159055" y="108346"/>
                      <a:pt x="162520" y="104881"/>
                      <a:pt x="162520" y="100607"/>
                    </a:cubicBezTo>
                    <a:cubicBezTo>
                      <a:pt x="162520" y="96333"/>
                      <a:pt x="159055" y="92868"/>
                      <a:pt x="154780" y="92868"/>
                    </a:cubicBezTo>
                    <a:lnTo>
                      <a:pt x="92868" y="92868"/>
                    </a:lnTo>
                    <a:cubicBezTo>
                      <a:pt x="88594" y="92868"/>
                      <a:pt x="85129" y="96333"/>
                      <a:pt x="85129" y="100607"/>
                    </a:cubicBezTo>
                    <a:cubicBezTo>
                      <a:pt x="85129" y="104881"/>
                      <a:pt x="88594" y="108346"/>
                      <a:pt x="92868" y="108346"/>
                    </a:cubicBezTo>
                    <a:close/>
                    <a:moveTo>
                      <a:pt x="216693" y="154780"/>
                    </a:moveTo>
                    <a:cubicBezTo>
                      <a:pt x="216693" y="171877"/>
                      <a:pt x="202833" y="185737"/>
                      <a:pt x="185737" y="185737"/>
                    </a:cubicBezTo>
                    <a:lnTo>
                      <a:pt x="77390" y="185737"/>
                    </a:lnTo>
                    <a:cubicBezTo>
                      <a:pt x="60294" y="185737"/>
                      <a:pt x="46434" y="171877"/>
                      <a:pt x="46434" y="154780"/>
                    </a:cubicBezTo>
                    <a:lnTo>
                      <a:pt x="46434" y="30956"/>
                    </a:lnTo>
                    <a:cubicBezTo>
                      <a:pt x="46434" y="22408"/>
                      <a:pt x="39504" y="15478"/>
                      <a:pt x="30956" y="15478"/>
                    </a:cubicBezTo>
                    <a:cubicBezTo>
                      <a:pt x="22408" y="15478"/>
                      <a:pt x="15478" y="22408"/>
                      <a:pt x="15478" y="30956"/>
                    </a:cubicBezTo>
                    <a:cubicBezTo>
                      <a:pt x="15478" y="36509"/>
                      <a:pt x="20150" y="40262"/>
                      <a:pt x="20199" y="40301"/>
                    </a:cubicBezTo>
                    <a:lnTo>
                      <a:pt x="20199" y="40301"/>
                    </a:lnTo>
                    <a:cubicBezTo>
                      <a:pt x="22825" y="42322"/>
                      <a:pt x="23873" y="45790"/>
                      <a:pt x="22805" y="48927"/>
                    </a:cubicBezTo>
                    <a:cubicBezTo>
                      <a:pt x="21738" y="52064"/>
                      <a:pt x="18792" y="54174"/>
                      <a:pt x="15478" y="54173"/>
                    </a:cubicBezTo>
                    <a:cubicBezTo>
                      <a:pt x="13804" y="54176"/>
                      <a:pt x="12176" y="53629"/>
                      <a:pt x="10844" y="52616"/>
                    </a:cubicBezTo>
                    <a:lnTo>
                      <a:pt x="10844" y="52616"/>
                    </a:lnTo>
                    <a:cubicBezTo>
                      <a:pt x="9722" y="51793"/>
                      <a:pt x="0" y="44122"/>
                      <a:pt x="0" y="30956"/>
                    </a:cubicBezTo>
                    <a:cubicBezTo>
                      <a:pt x="0" y="13860"/>
                      <a:pt x="13860" y="0"/>
                      <a:pt x="30956" y="0"/>
                    </a:cubicBezTo>
                    <a:lnTo>
                      <a:pt x="162520" y="0"/>
                    </a:lnTo>
                    <a:cubicBezTo>
                      <a:pt x="179616" y="0"/>
                      <a:pt x="193476" y="13860"/>
                      <a:pt x="193476" y="30956"/>
                    </a:cubicBezTo>
                    <a:lnTo>
                      <a:pt x="193476" y="131563"/>
                    </a:lnTo>
                    <a:lnTo>
                      <a:pt x="201215" y="131563"/>
                    </a:lnTo>
                    <a:cubicBezTo>
                      <a:pt x="202889" y="131563"/>
                      <a:pt x="204518" y="132107"/>
                      <a:pt x="205858" y="133111"/>
                    </a:cubicBezTo>
                    <a:cubicBezTo>
                      <a:pt x="207019" y="133943"/>
                      <a:pt x="216693" y="141614"/>
                      <a:pt x="216693" y="154780"/>
                    </a:cubicBezTo>
                    <a:close/>
                    <a:moveTo>
                      <a:pt x="85381" y="136865"/>
                    </a:moveTo>
                    <a:cubicBezTo>
                      <a:pt x="86466" y="133663"/>
                      <a:pt x="89488" y="131523"/>
                      <a:pt x="92868" y="131563"/>
                    </a:cubicBezTo>
                    <a:lnTo>
                      <a:pt x="177998" y="131563"/>
                    </a:lnTo>
                    <a:lnTo>
                      <a:pt x="177998" y="30956"/>
                    </a:lnTo>
                    <a:cubicBezTo>
                      <a:pt x="177998" y="22408"/>
                      <a:pt x="171068" y="15478"/>
                      <a:pt x="162520" y="15478"/>
                    </a:cubicBezTo>
                    <a:lnTo>
                      <a:pt x="57743" y="15478"/>
                    </a:lnTo>
                    <a:cubicBezTo>
                      <a:pt x="60480" y="20177"/>
                      <a:pt x="61919" y="25518"/>
                      <a:pt x="61912" y="30956"/>
                    </a:cubicBezTo>
                    <a:lnTo>
                      <a:pt x="61912" y="154780"/>
                    </a:lnTo>
                    <a:cubicBezTo>
                      <a:pt x="61912" y="163329"/>
                      <a:pt x="68842" y="170259"/>
                      <a:pt x="77390" y="170259"/>
                    </a:cubicBezTo>
                    <a:cubicBezTo>
                      <a:pt x="85939" y="170259"/>
                      <a:pt x="92868" y="163329"/>
                      <a:pt x="92868" y="154780"/>
                    </a:cubicBezTo>
                    <a:cubicBezTo>
                      <a:pt x="92868" y="149228"/>
                      <a:pt x="88196" y="145474"/>
                      <a:pt x="88147" y="145436"/>
                    </a:cubicBezTo>
                    <a:cubicBezTo>
                      <a:pt x="85440" y="143499"/>
                      <a:pt x="84317" y="140019"/>
                      <a:pt x="85381" y="136865"/>
                    </a:cubicBezTo>
                    <a:close/>
                    <a:moveTo>
                      <a:pt x="201215" y="154780"/>
                    </a:moveTo>
                    <a:cubicBezTo>
                      <a:pt x="201118" y="151913"/>
                      <a:pt x="200011" y="149172"/>
                      <a:pt x="198090" y="147041"/>
                    </a:cubicBezTo>
                    <a:lnTo>
                      <a:pt x="107156" y="147041"/>
                    </a:lnTo>
                    <a:cubicBezTo>
                      <a:pt x="107934" y="149547"/>
                      <a:pt x="108329" y="152157"/>
                      <a:pt x="108327" y="154780"/>
                    </a:cubicBezTo>
                    <a:cubicBezTo>
                      <a:pt x="108334" y="160216"/>
                      <a:pt x="106903" y="165556"/>
                      <a:pt x="104177" y="170259"/>
                    </a:cubicBezTo>
                    <a:lnTo>
                      <a:pt x="185737" y="170259"/>
                    </a:lnTo>
                    <a:cubicBezTo>
                      <a:pt x="194285" y="170259"/>
                      <a:pt x="201215" y="163329"/>
                      <a:pt x="201215" y="15478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</p:grpSp>
        <p:sp>
          <p:nvSpPr>
            <p:cNvPr id="93" name="TextBox 93"/>
            <p:cNvSpPr txBox="1"/>
            <p:nvPr/>
          </p:nvSpPr>
          <p:spPr>
            <a:xfrm>
              <a:off x="4753356" y="439674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证据记录</a:t>
              </a:r>
            </a:p>
          </p:txBody>
        </p:sp>
        <p:sp>
          <p:nvSpPr>
            <p:cNvPr id="94" name="Rectangle 94"/>
            <p:cNvSpPr/>
            <p:nvPr/>
          </p:nvSpPr>
          <p:spPr>
            <a:xfrm>
              <a:off x="4419600" y="4800600"/>
              <a:ext cx="1143000" cy="323850"/>
            </a:xfrm>
            <a:prstGeom prst="roundRect">
              <a:avLst>
                <a:gd name="adj" fmla="val 17647"/>
              </a:avLst>
            </a:prstGeom>
            <a:solidFill>
              <a:schemeClr val="accent1">
                <a:alpha val="25000"/>
              </a:schemeClr>
            </a:solidFill>
            <a:ln w="19050">
              <a:solidFill>
                <a:schemeClr val="accent2"/>
              </a:solidFill>
            </a:ln>
          </p:spPr>
        </p:sp>
        <p:sp>
          <p:nvSpPr>
            <p:cNvPr id="95" name="TextBox 95"/>
            <p:cNvSpPr txBox="1"/>
            <p:nvPr/>
          </p:nvSpPr>
          <p:spPr>
            <a:xfrm>
              <a:off x="4711636" y="4873942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已证实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5708142" y="4873942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多方印证的事实</a:t>
              </a:r>
            </a:p>
          </p:txBody>
        </p:sp>
        <p:sp>
          <p:nvSpPr>
            <p:cNvPr id="97" name="Rectangle 97"/>
            <p:cNvSpPr/>
            <p:nvPr/>
          </p:nvSpPr>
          <p:spPr>
            <a:xfrm>
              <a:off x="4419600" y="5257800"/>
              <a:ext cx="1143000" cy="323850"/>
            </a:xfrm>
            <a:prstGeom prst="roundRect">
              <a:avLst>
                <a:gd name="adj" fmla="val 17647"/>
              </a:avLst>
            </a:prstGeom>
            <a:noFill/>
            <a:ln w="19050">
              <a:solidFill>
                <a:srgbClr val="AFA9C2"/>
              </a:solidFill>
              <a:prstDash val="dash"/>
            </a:ln>
          </p:spPr>
        </p:sp>
        <p:sp>
          <p:nvSpPr>
            <p:cNvPr id="98" name="TextBox 98"/>
            <p:cNvSpPr txBox="1"/>
            <p:nvPr/>
          </p:nvSpPr>
          <p:spPr>
            <a:xfrm>
              <a:off x="4802505" y="5331142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转述</a:t>
              </a:r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5708142" y="5331142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他人口述，有待核实</a:t>
              </a:r>
            </a:p>
          </p:txBody>
        </p:sp>
        <p:sp>
          <p:nvSpPr>
            <p:cNvPr id="100" name="Rectangle 100"/>
            <p:cNvSpPr/>
            <p:nvPr/>
          </p:nvSpPr>
          <p:spPr>
            <a:xfrm>
              <a:off x="4419600" y="5715000"/>
              <a:ext cx="1143000" cy="323850"/>
            </a:xfrm>
            <a:prstGeom prst="roundRect">
              <a:avLst>
                <a:gd name="adj" fmla="val 17647"/>
              </a:avLst>
            </a:prstGeom>
            <a:noFill/>
            <a:ln w="19050">
              <a:solidFill>
                <a:srgbClr val="8E86A8"/>
              </a:solidFill>
              <a:prstDash val="sysDot"/>
            </a:ln>
          </p:spPr>
        </p:sp>
        <p:sp>
          <p:nvSpPr>
            <p:cNvPr id="101" name="TextBox 101"/>
            <p:cNvSpPr txBox="1"/>
            <p:nvPr/>
          </p:nvSpPr>
          <p:spPr>
            <a:xfrm>
              <a:off x="4529900" y="5788342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月璃的推测</a:t>
              </a:r>
            </a:p>
          </p:txBody>
        </p:sp>
        <p:sp>
          <p:nvSpPr>
            <p:cNvPr id="102" name="TextBox 102"/>
            <p:cNvSpPr txBox="1"/>
            <p:nvPr/>
          </p:nvSpPr>
          <p:spPr>
            <a:xfrm>
              <a:off x="5708142" y="5788342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主角的判断，可能出错</a:t>
              </a:r>
            </a:p>
          </p:txBody>
        </p:sp>
      </p:grpSp>
      <p:sp>
        <p:nvSpPr>
          <p:cNvPr id="104" name="Line 104"/>
          <p:cNvSpPr/>
          <p:nvPr/>
        </p:nvSpPr>
        <p:spPr>
          <a:xfrm>
            <a:off x="7924800" y="4419600"/>
            <a:ext cx="9525" cy="1790700"/>
          </a:xfrm>
          <a:custGeom>
            <a:avLst/>
            <a:gdLst/>
            <a:ahLst/>
            <a:cxnLst/>
            <a:rect l="l" t="t" r="r" b="b"/>
            <a:pathLst>
              <a:path w="9525" h="1790700">
                <a:moveTo>
                  <a:pt x="0" y="0"/>
                </a:moveTo>
                <a:lnTo>
                  <a:pt x="0" y="1790700"/>
                </a:lnTo>
              </a:path>
            </a:pathLst>
          </a:custGeom>
          <a:noFill/>
          <a:ln w="9525">
            <a:solidFill>
              <a:srgbClr val="3B4670"/>
            </a:solidFill>
          </a:ln>
        </p:spPr>
      </p:sp>
      <p:grpSp>
        <p:nvGrpSpPr>
          <p:cNvPr id="121" name="region-rules"/>
          <p:cNvGrpSpPr/>
          <p:nvPr/>
        </p:nvGrpSpPr>
        <p:grpSpPr>
          <a:xfrm>
            <a:off x="8092678" y="4396740"/>
            <a:ext cx="2360648" cy="1655635"/>
            <a:chOff x="8092678" y="4396740"/>
            <a:chExt cx="2360648" cy="1655635"/>
          </a:xfrm>
        </p:grpSpPr>
        <p:grpSp>
          <p:nvGrpSpPr>
            <p:cNvPr id="107" name="Group 107"/>
            <p:cNvGrpSpPr/>
            <p:nvPr/>
          </p:nvGrpSpPr>
          <p:grpSpPr>
            <a:xfrm>
              <a:off x="8100417" y="4412238"/>
              <a:ext cx="201215" cy="185955"/>
              <a:chOff x="8100417" y="4412238"/>
              <a:chExt cx="201215" cy="185955"/>
            </a:xfrm>
          </p:grpSpPr>
          <p:sp>
            <p:nvSpPr>
              <p:cNvPr id="105" name="Freeform 105"/>
              <p:cNvSpPr/>
              <p:nvPr/>
            </p:nvSpPr>
            <p:spPr>
              <a:xfrm>
                <a:off x="8170068" y="4420195"/>
                <a:ext cx="61912" cy="170259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170259">
                    <a:moveTo>
                      <a:pt x="61912" y="30956"/>
                    </a:moveTo>
                    <a:lnTo>
                      <a:pt x="61912" y="170259"/>
                    </a:lnTo>
                    <a:lnTo>
                      <a:pt x="0" y="13930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>
                  <a:alpha val="20000"/>
                </a:schemeClr>
              </a:solidFill>
              <a:ln>
                <a:noFill/>
              </a:ln>
            </p:spPr>
          </p:sp>
          <p:sp>
            <p:nvSpPr>
              <p:cNvPr id="106" name="Freeform 106"/>
              <p:cNvSpPr/>
              <p:nvPr/>
            </p:nvSpPr>
            <p:spPr>
              <a:xfrm>
                <a:off x="8100417" y="4412238"/>
                <a:ext cx="201215" cy="185955"/>
              </a:xfrm>
              <a:custGeom>
                <a:avLst/>
                <a:gdLst/>
                <a:ahLst/>
                <a:cxnLst/>
                <a:rect l="l" t="t" r="r" b="b"/>
                <a:pathLst>
                  <a:path w="201215" h="185955">
                    <a:moveTo>
                      <a:pt x="198235" y="17331"/>
                    </a:moveTo>
                    <a:cubicBezTo>
                      <a:pt x="196357" y="15867"/>
                      <a:pt x="193909" y="15350"/>
                      <a:pt x="191599" y="15928"/>
                    </a:cubicBezTo>
                    <a:lnTo>
                      <a:pt x="132463" y="30710"/>
                    </a:lnTo>
                    <a:lnTo>
                      <a:pt x="73114" y="1031"/>
                    </a:lnTo>
                    <a:cubicBezTo>
                      <a:pt x="71461" y="206"/>
                      <a:pt x="69567" y="0"/>
                      <a:pt x="67775" y="450"/>
                    </a:cubicBezTo>
                    <a:lnTo>
                      <a:pt x="5862" y="15928"/>
                    </a:lnTo>
                    <a:cubicBezTo>
                      <a:pt x="2417" y="16789"/>
                      <a:pt x="1" y="19884"/>
                      <a:pt x="0" y="23435"/>
                    </a:cubicBezTo>
                    <a:lnTo>
                      <a:pt x="0" y="162738"/>
                    </a:lnTo>
                    <a:cubicBezTo>
                      <a:pt x="0" y="165120"/>
                      <a:pt x="1098" y="167370"/>
                      <a:pt x="2977" y="168837"/>
                    </a:cubicBezTo>
                    <a:cubicBezTo>
                      <a:pt x="4855" y="170303"/>
                      <a:pt x="7304" y="170822"/>
                      <a:pt x="9616" y="170244"/>
                    </a:cubicBezTo>
                    <a:lnTo>
                      <a:pt x="68752" y="155463"/>
                    </a:lnTo>
                    <a:lnTo>
                      <a:pt x="128100" y="185142"/>
                    </a:lnTo>
                    <a:cubicBezTo>
                      <a:pt x="129178" y="185673"/>
                      <a:pt x="130362" y="185951"/>
                      <a:pt x="131563" y="185955"/>
                    </a:cubicBezTo>
                    <a:cubicBezTo>
                      <a:pt x="132196" y="185954"/>
                      <a:pt x="132826" y="185876"/>
                      <a:pt x="133440" y="185722"/>
                    </a:cubicBezTo>
                    <a:lnTo>
                      <a:pt x="195352" y="170244"/>
                    </a:lnTo>
                    <a:cubicBezTo>
                      <a:pt x="198797" y="169383"/>
                      <a:pt x="201214" y="166288"/>
                      <a:pt x="201215" y="162738"/>
                    </a:cubicBezTo>
                    <a:lnTo>
                      <a:pt x="201215" y="23435"/>
                    </a:lnTo>
                    <a:cubicBezTo>
                      <a:pt x="201215" y="21050"/>
                      <a:pt x="200116" y="18798"/>
                      <a:pt x="198235" y="17331"/>
                    </a:cubicBezTo>
                    <a:close/>
                    <a:moveTo>
                      <a:pt x="77390" y="20475"/>
                    </a:moveTo>
                    <a:lnTo>
                      <a:pt x="123824" y="43692"/>
                    </a:lnTo>
                    <a:lnTo>
                      <a:pt x="123824" y="165698"/>
                    </a:lnTo>
                    <a:lnTo>
                      <a:pt x="77390" y="142481"/>
                    </a:lnTo>
                    <a:close/>
                    <a:moveTo>
                      <a:pt x="15478" y="29481"/>
                    </a:moveTo>
                    <a:lnTo>
                      <a:pt x="61912" y="17873"/>
                    </a:lnTo>
                    <a:lnTo>
                      <a:pt x="61912" y="141213"/>
                    </a:lnTo>
                    <a:lnTo>
                      <a:pt x="15478" y="152822"/>
                    </a:lnTo>
                    <a:close/>
                    <a:moveTo>
                      <a:pt x="185737" y="156691"/>
                    </a:moveTo>
                    <a:lnTo>
                      <a:pt x="139302" y="168300"/>
                    </a:lnTo>
                    <a:lnTo>
                      <a:pt x="139302" y="44959"/>
                    </a:lnTo>
                    <a:lnTo>
                      <a:pt x="185737" y="3335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</p:grpSp>
        <p:sp>
          <p:nvSpPr>
            <p:cNvPr id="108" name="TextBox 108"/>
            <p:cNvSpPr txBox="1"/>
            <p:nvPr/>
          </p:nvSpPr>
          <p:spPr>
            <a:xfrm>
              <a:off x="8410956" y="4396740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区域专属探索规则</a:t>
              </a:r>
            </a:p>
          </p:txBody>
        </p:sp>
        <p:grpSp>
          <p:nvGrpSpPr>
            <p:cNvPr id="111" name="Group 111"/>
            <p:cNvGrpSpPr/>
            <p:nvPr/>
          </p:nvGrpSpPr>
          <p:grpSpPr>
            <a:xfrm>
              <a:off x="8115895" y="4826198"/>
              <a:ext cx="170259" cy="217884"/>
              <a:chOff x="8115895" y="4826198"/>
              <a:chExt cx="170259" cy="217884"/>
            </a:xfrm>
          </p:grpSpPr>
          <p:sp>
            <p:nvSpPr>
              <p:cNvPr id="109" name="Freeform 109"/>
              <p:cNvSpPr/>
              <p:nvPr/>
            </p:nvSpPr>
            <p:spPr>
              <a:xfrm>
                <a:off x="8138904" y="4873823"/>
                <a:ext cx="124240" cy="162529"/>
              </a:xfrm>
              <a:custGeom>
                <a:avLst/>
                <a:gdLst/>
                <a:ahLst/>
                <a:cxnLst/>
                <a:rect l="l" t="t" r="r" b="b"/>
                <a:pathLst>
                  <a:path w="124240" h="162529">
                    <a:moveTo>
                      <a:pt x="113981" y="54173"/>
                    </a:moveTo>
                    <a:lnTo>
                      <a:pt x="10259" y="54173"/>
                    </a:lnTo>
                    <a:lnTo>
                      <a:pt x="15686" y="0"/>
                    </a:lnTo>
                    <a:lnTo>
                      <a:pt x="108554" y="0"/>
                    </a:lnTo>
                    <a:close/>
                    <a:moveTo>
                      <a:pt x="124032" y="154045"/>
                    </a:moveTo>
                    <a:lnTo>
                      <a:pt x="119418" y="108346"/>
                    </a:lnTo>
                    <a:lnTo>
                      <a:pt x="4822" y="108346"/>
                    </a:lnTo>
                    <a:lnTo>
                      <a:pt x="208" y="154045"/>
                    </a:lnTo>
                    <a:cubicBezTo>
                      <a:pt x="0" y="156222"/>
                      <a:pt x="723" y="158385"/>
                      <a:pt x="2197" y="159999"/>
                    </a:cubicBezTo>
                    <a:cubicBezTo>
                      <a:pt x="3672" y="161614"/>
                      <a:pt x="5760" y="162529"/>
                      <a:pt x="7947" y="162520"/>
                    </a:cubicBezTo>
                    <a:lnTo>
                      <a:pt x="116293" y="162520"/>
                    </a:lnTo>
                    <a:cubicBezTo>
                      <a:pt x="118480" y="162529"/>
                      <a:pt x="120568" y="161614"/>
                      <a:pt x="122043" y="159999"/>
                    </a:cubicBezTo>
                    <a:cubicBezTo>
                      <a:pt x="123517" y="158385"/>
                      <a:pt x="124240" y="156222"/>
                      <a:pt x="124032" y="154045"/>
                    </a:cubicBezTo>
                    <a:close/>
                  </a:path>
                </a:pathLst>
              </a:custGeom>
              <a:solidFill>
                <a:srgbClr val="D9573B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10" name="Freeform 110"/>
              <p:cNvSpPr/>
              <p:nvPr/>
            </p:nvSpPr>
            <p:spPr>
              <a:xfrm>
                <a:off x="8115895" y="4826198"/>
                <a:ext cx="170259" cy="217884"/>
              </a:xfrm>
              <a:custGeom>
                <a:avLst/>
                <a:gdLst/>
                <a:ahLst/>
                <a:cxnLst/>
                <a:rect l="l" t="t" r="r" b="b"/>
                <a:pathLst>
                  <a:path w="170259" h="217884">
                    <a:moveTo>
                      <a:pt x="162520" y="70842"/>
                    </a:moveTo>
                    <a:cubicBezTo>
                      <a:pt x="158245" y="70842"/>
                      <a:pt x="154780" y="74307"/>
                      <a:pt x="154780" y="78581"/>
                    </a:cubicBezTo>
                    <a:lnTo>
                      <a:pt x="154780" y="94059"/>
                    </a:lnTo>
                    <a:lnTo>
                      <a:pt x="143994" y="94059"/>
                    </a:lnTo>
                    <a:lnTo>
                      <a:pt x="139302" y="46851"/>
                    </a:lnTo>
                    <a:cubicBezTo>
                      <a:pt x="139104" y="44907"/>
                      <a:pt x="138178" y="43110"/>
                      <a:pt x="136710" y="41821"/>
                    </a:cubicBezTo>
                    <a:lnTo>
                      <a:pt x="95229" y="4945"/>
                    </a:lnTo>
                    <a:lnTo>
                      <a:pt x="95035" y="4780"/>
                    </a:lnTo>
                    <a:cubicBezTo>
                      <a:pt x="89296" y="0"/>
                      <a:pt x="80962" y="0"/>
                      <a:pt x="75223" y="4780"/>
                    </a:cubicBezTo>
                    <a:lnTo>
                      <a:pt x="75030" y="4945"/>
                    </a:lnTo>
                    <a:lnTo>
                      <a:pt x="33549" y="41821"/>
                    </a:lnTo>
                    <a:cubicBezTo>
                      <a:pt x="32080" y="43110"/>
                      <a:pt x="31154" y="44907"/>
                      <a:pt x="30956" y="46851"/>
                    </a:cubicBezTo>
                    <a:lnTo>
                      <a:pt x="26264" y="94059"/>
                    </a:lnTo>
                    <a:lnTo>
                      <a:pt x="15478" y="94059"/>
                    </a:lnTo>
                    <a:lnTo>
                      <a:pt x="15478" y="78581"/>
                    </a:lnTo>
                    <a:cubicBezTo>
                      <a:pt x="15478" y="74307"/>
                      <a:pt x="12013" y="70842"/>
                      <a:pt x="7739" y="70842"/>
                    </a:cubicBezTo>
                    <a:cubicBezTo>
                      <a:pt x="3465" y="70842"/>
                      <a:pt x="0" y="74307"/>
                      <a:pt x="0" y="78581"/>
                    </a:cubicBezTo>
                    <a:lnTo>
                      <a:pt x="0" y="101798"/>
                    </a:lnTo>
                    <a:cubicBezTo>
                      <a:pt x="0" y="106073"/>
                      <a:pt x="3465" y="109538"/>
                      <a:pt x="7739" y="109538"/>
                    </a:cubicBezTo>
                    <a:lnTo>
                      <a:pt x="24707" y="109538"/>
                    </a:lnTo>
                    <a:lnTo>
                      <a:pt x="15546" y="200935"/>
                    </a:lnTo>
                    <a:cubicBezTo>
                      <a:pt x="15131" y="205277"/>
                      <a:pt x="16568" y="209592"/>
                      <a:pt x="19502" y="212818"/>
                    </a:cubicBezTo>
                    <a:cubicBezTo>
                      <a:pt x="22436" y="216045"/>
                      <a:pt x="26595" y="217884"/>
                      <a:pt x="30956" y="217884"/>
                    </a:cubicBezTo>
                    <a:lnTo>
                      <a:pt x="139302" y="217884"/>
                    </a:lnTo>
                    <a:cubicBezTo>
                      <a:pt x="143669" y="217883"/>
                      <a:pt x="147833" y="216037"/>
                      <a:pt x="150766" y="212802"/>
                    </a:cubicBezTo>
                    <a:cubicBezTo>
                      <a:pt x="153699" y="209567"/>
                      <a:pt x="155129" y="205243"/>
                      <a:pt x="154703" y="200897"/>
                    </a:cubicBezTo>
                    <a:lnTo>
                      <a:pt x="145552" y="109538"/>
                    </a:lnTo>
                    <a:lnTo>
                      <a:pt x="162520" y="109538"/>
                    </a:lnTo>
                    <a:cubicBezTo>
                      <a:pt x="166794" y="109538"/>
                      <a:pt x="170259" y="106073"/>
                      <a:pt x="170259" y="101798"/>
                    </a:cubicBezTo>
                    <a:lnTo>
                      <a:pt x="170259" y="78581"/>
                    </a:lnTo>
                    <a:cubicBezTo>
                      <a:pt x="170259" y="74307"/>
                      <a:pt x="166794" y="70842"/>
                      <a:pt x="162520" y="70842"/>
                    </a:cubicBezTo>
                    <a:close/>
                    <a:moveTo>
                      <a:pt x="85129" y="16669"/>
                    </a:moveTo>
                    <a:lnTo>
                      <a:pt x="111248" y="39886"/>
                    </a:lnTo>
                    <a:lnTo>
                      <a:pt x="59010" y="39886"/>
                    </a:lnTo>
                    <a:close/>
                    <a:moveTo>
                      <a:pt x="45699" y="55364"/>
                    </a:moveTo>
                    <a:lnTo>
                      <a:pt x="124560" y="55364"/>
                    </a:lnTo>
                    <a:lnTo>
                      <a:pt x="128429" y="94059"/>
                    </a:lnTo>
                    <a:lnTo>
                      <a:pt x="92868" y="94059"/>
                    </a:lnTo>
                    <a:lnTo>
                      <a:pt x="92868" y="78581"/>
                    </a:lnTo>
                    <a:cubicBezTo>
                      <a:pt x="92868" y="74307"/>
                      <a:pt x="89403" y="70842"/>
                      <a:pt x="85129" y="70842"/>
                    </a:cubicBezTo>
                    <a:cubicBezTo>
                      <a:pt x="80855" y="70842"/>
                      <a:pt x="77390" y="74307"/>
                      <a:pt x="77390" y="78581"/>
                    </a:cubicBezTo>
                    <a:lnTo>
                      <a:pt x="77390" y="94059"/>
                    </a:lnTo>
                    <a:lnTo>
                      <a:pt x="41820" y="94059"/>
                    </a:lnTo>
                    <a:close/>
                    <a:moveTo>
                      <a:pt x="30956" y="202406"/>
                    </a:moveTo>
                    <a:lnTo>
                      <a:pt x="34826" y="163711"/>
                    </a:lnTo>
                    <a:lnTo>
                      <a:pt x="135433" y="163711"/>
                    </a:lnTo>
                    <a:lnTo>
                      <a:pt x="139302" y="202406"/>
                    </a:lnTo>
                    <a:close/>
                    <a:moveTo>
                      <a:pt x="133875" y="148233"/>
                    </a:moveTo>
                    <a:lnTo>
                      <a:pt x="36383" y="148233"/>
                    </a:lnTo>
                    <a:lnTo>
                      <a:pt x="40253" y="109538"/>
                    </a:lnTo>
                    <a:lnTo>
                      <a:pt x="129987" y="109538"/>
                    </a:lnTo>
                    <a:close/>
                  </a:path>
                </a:pathLst>
              </a:custGeom>
              <a:solidFill>
                <a:srgbClr val="D9573B"/>
              </a:solidFill>
              <a:ln>
                <a:noFill/>
              </a:ln>
            </p:spPr>
          </p:sp>
        </p:grpSp>
        <p:sp>
          <p:nvSpPr>
            <p:cNvPr id="112" name="TextBox 112"/>
            <p:cNvSpPr txBox="1"/>
            <p:nvPr/>
          </p:nvSpPr>
          <p:spPr>
            <a:xfrm>
              <a:off x="8413242" y="4873942"/>
              <a:ext cx="1676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D9573B"/>
                  </a:solidFill>
                  <a:latin typeface="+mn-lt"/>
                  <a:ea typeface="+mn-ea"/>
                  <a:cs typeface="+mn-cs"/>
                </a:rPr>
                <a:t>灯城</a:t>
              </a: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 · 灯塔改变路线</a:t>
              </a:r>
            </a:p>
          </p:txBody>
        </p:sp>
        <p:grpSp>
          <p:nvGrpSpPr>
            <p:cNvPr id="115" name="Group 115"/>
            <p:cNvGrpSpPr/>
            <p:nvPr/>
          </p:nvGrpSpPr>
          <p:grpSpPr>
            <a:xfrm>
              <a:off x="8092678" y="5300067"/>
              <a:ext cx="216693" cy="201215"/>
              <a:chOff x="8092678" y="5300067"/>
              <a:chExt cx="216693" cy="201215"/>
            </a:xfrm>
          </p:grpSpPr>
          <p:sp>
            <p:nvSpPr>
              <p:cNvPr id="113" name="Freeform 113"/>
              <p:cNvSpPr/>
              <p:nvPr/>
            </p:nvSpPr>
            <p:spPr>
              <a:xfrm>
                <a:off x="8239720" y="5307806"/>
                <a:ext cx="30956" cy="185737"/>
              </a:xfrm>
              <a:custGeom>
                <a:avLst/>
                <a:gdLst/>
                <a:ahLst/>
                <a:cxnLst/>
                <a:rect l="l" t="t" r="r" b="b"/>
                <a:pathLst>
                  <a:path w="30956" h="185737">
                    <a:moveTo>
                      <a:pt x="30956" y="7739"/>
                    </a:moveTo>
                    <a:lnTo>
                      <a:pt x="30956" y="185737"/>
                    </a:lnTo>
                    <a:lnTo>
                      <a:pt x="0" y="185737"/>
                    </a:lnTo>
                    <a:lnTo>
                      <a:pt x="0" y="0"/>
                    </a:lnTo>
                    <a:lnTo>
                      <a:pt x="23217" y="0"/>
                    </a:lnTo>
                    <a:cubicBezTo>
                      <a:pt x="27491" y="0"/>
                      <a:pt x="30956" y="3465"/>
                      <a:pt x="30956" y="7739"/>
                    </a:cubicBezTo>
                    <a:close/>
                  </a:path>
                </a:pathLst>
              </a:custGeom>
              <a:solidFill>
                <a:srgbClr val="6F8BF0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14" name="Freeform 114"/>
              <p:cNvSpPr/>
              <p:nvPr/>
            </p:nvSpPr>
            <p:spPr>
              <a:xfrm>
                <a:off x="8092678" y="5300067"/>
                <a:ext cx="216693" cy="201215"/>
              </a:xfrm>
              <a:custGeom>
                <a:avLst/>
                <a:gdLst/>
                <a:ahLst/>
                <a:cxnLst/>
                <a:rect l="l" t="t" r="r" b="b"/>
                <a:pathLst>
                  <a:path w="216693" h="201215">
                    <a:moveTo>
                      <a:pt x="208954" y="185737"/>
                    </a:moveTo>
                    <a:lnTo>
                      <a:pt x="185737" y="185737"/>
                    </a:lnTo>
                    <a:lnTo>
                      <a:pt x="185737" y="15478"/>
                    </a:lnTo>
                    <a:cubicBezTo>
                      <a:pt x="185737" y="6930"/>
                      <a:pt x="178807" y="0"/>
                      <a:pt x="170259" y="0"/>
                    </a:cubicBezTo>
                    <a:lnTo>
                      <a:pt x="46434" y="0"/>
                    </a:lnTo>
                    <a:cubicBezTo>
                      <a:pt x="37886" y="0"/>
                      <a:pt x="30956" y="6930"/>
                      <a:pt x="30956" y="15478"/>
                    </a:cubicBezTo>
                    <a:lnTo>
                      <a:pt x="30956" y="185737"/>
                    </a:lnTo>
                    <a:lnTo>
                      <a:pt x="7739" y="185737"/>
                    </a:lnTo>
                    <a:cubicBezTo>
                      <a:pt x="3465" y="185737"/>
                      <a:pt x="0" y="189201"/>
                      <a:pt x="0" y="193476"/>
                    </a:cubicBezTo>
                    <a:cubicBezTo>
                      <a:pt x="0" y="197750"/>
                      <a:pt x="3465" y="201215"/>
                      <a:pt x="7739" y="201215"/>
                    </a:cubicBezTo>
                    <a:lnTo>
                      <a:pt x="208954" y="201215"/>
                    </a:lnTo>
                    <a:cubicBezTo>
                      <a:pt x="213228" y="201215"/>
                      <a:pt x="216693" y="197750"/>
                      <a:pt x="216693" y="193476"/>
                    </a:cubicBezTo>
                    <a:cubicBezTo>
                      <a:pt x="216693" y="189201"/>
                      <a:pt x="213228" y="185737"/>
                      <a:pt x="208954" y="185737"/>
                    </a:cubicBezTo>
                    <a:close/>
                    <a:moveTo>
                      <a:pt x="170259" y="185737"/>
                    </a:moveTo>
                    <a:lnTo>
                      <a:pt x="154780" y="185737"/>
                    </a:lnTo>
                    <a:lnTo>
                      <a:pt x="154780" y="15478"/>
                    </a:lnTo>
                    <a:lnTo>
                      <a:pt x="170259" y="15478"/>
                    </a:lnTo>
                    <a:close/>
                    <a:moveTo>
                      <a:pt x="46434" y="15478"/>
                    </a:moveTo>
                    <a:lnTo>
                      <a:pt x="139302" y="15478"/>
                    </a:lnTo>
                    <a:lnTo>
                      <a:pt x="139302" y="185737"/>
                    </a:lnTo>
                    <a:lnTo>
                      <a:pt x="46434" y="185737"/>
                    </a:lnTo>
                    <a:close/>
                    <a:moveTo>
                      <a:pt x="123824" y="104477"/>
                    </a:moveTo>
                    <a:cubicBezTo>
                      <a:pt x="123824" y="110888"/>
                      <a:pt x="118627" y="116085"/>
                      <a:pt x="112216" y="116085"/>
                    </a:cubicBezTo>
                    <a:cubicBezTo>
                      <a:pt x="105805" y="116085"/>
                      <a:pt x="100607" y="110888"/>
                      <a:pt x="100607" y="104477"/>
                    </a:cubicBezTo>
                    <a:cubicBezTo>
                      <a:pt x="100607" y="98066"/>
                      <a:pt x="105805" y="92868"/>
                      <a:pt x="112216" y="92868"/>
                    </a:cubicBezTo>
                    <a:cubicBezTo>
                      <a:pt x="118627" y="92868"/>
                      <a:pt x="123824" y="98066"/>
                      <a:pt x="123824" y="104477"/>
                    </a:cubicBezTo>
                    <a:close/>
                  </a:path>
                </a:pathLst>
              </a:custGeom>
              <a:solidFill>
                <a:srgbClr val="6F8BF0"/>
              </a:solidFill>
              <a:ln>
                <a:noFill/>
              </a:ln>
            </p:spPr>
          </p:sp>
        </p:grpSp>
        <p:sp>
          <p:nvSpPr>
            <p:cNvPr id="116" name="TextBox 116"/>
            <p:cNvSpPr txBox="1"/>
            <p:nvPr/>
          </p:nvSpPr>
          <p:spPr>
            <a:xfrm>
              <a:off x="8413242" y="5331142"/>
              <a:ext cx="204008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F8BF0"/>
                  </a:solidFill>
                  <a:latin typeface="+mn-lt"/>
                  <a:ea typeface="+mn-ea"/>
                  <a:cs typeface="+mn-cs"/>
                </a:rPr>
                <a:t>渡港</a:t>
              </a: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 · 成对的门重新连接</a:t>
              </a:r>
            </a:p>
          </p:txBody>
        </p:sp>
        <p:grpSp>
          <p:nvGrpSpPr>
            <p:cNvPr id="119" name="Group 119"/>
            <p:cNvGrpSpPr/>
            <p:nvPr/>
          </p:nvGrpSpPr>
          <p:grpSpPr>
            <a:xfrm>
              <a:off x="8092678" y="5772745"/>
              <a:ext cx="216693" cy="170259"/>
              <a:chOff x="8092678" y="5772745"/>
              <a:chExt cx="216693" cy="170259"/>
            </a:xfrm>
          </p:grpSpPr>
          <p:sp>
            <p:nvSpPr>
              <p:cNvPr id="117" name="Freeform 117"/>
              <p:cNvSpPr/>
              <p:nvPr/>
            </p:nvSpPr>
            <p:spPr>
              <a:xfrm>
                <a:off x="8170068" y="5780484"/>
                <a:ext cx="131563" cy="154780"/>
              </a:xfrm>
              <a:custGeom>
                <a:avLst/>
                <a:gdLst/>
                <a:ahLst/>
                <a:cxnLst/>
                <a:rect l="l" t="t" r="r" b="b"/>
                <a:pathLst>
                  <a:path w="131563" h="154780">
                    <a:moveTo>
                      <a:pt x="23217" y="46434"/>
                    </a:moveTo>
                    <a:cubicBezTo>
                      <a:pt x="10395" y="46434"/>
                      <a:pt x="0" y="36040"/>
                      <a:pt x="0" y="23217"/>
                    </a:cubicBezTo>
                    <a:cubicBezTo>
                      <a:pt x="0" y="10395"/>
                      <a:pt x="10395" y="0"/>
                      <a:pt x="23217" y="0"/>
                    </a:cubicBezTo>
                    <a:cubicBezTo>
                      <a:pt x="36040" y="0"/>
                      <a:pt x="46434" y="10395"/>
                      <a:pt x="46434" y="23217"/>
                    </a:cubicBezTo>
                    <a:cubicBezTo>
                      <a:pt x="46434" y="36040"/>
                      <a:pt x="36040" y="46434"/>
                      <a:pt x="23217" y="46434"/>
                    </a:cubicBezTo>
                    <a:close/>
                    <a:moveTo>
                      <a:pt x="108346" y="30956"/>
                    </a:moveTo>
                    <a:cubicBezTo>
                      <a:pt x="95524" y="30956"/>
                      <a:pt x="85129" y="41351"/>
                      <a:pt x="85129" y="54173"/>
                    </a:cubicBezTo>
                    <a:cubicBezTo>
                      <a:pt x="85129" y="66996"/>
                      <a:pt x="95524" y="77390"/>
                      <a:pt x="108346" y="77390"/>
                    </a:cubicBezTo>
                    <a:cubicBezTo>
                      <a:pt x="121169" y="77390"/>
                      <a:pt x="131563" y="66996"/>
                      <a:pt x="131563" y="54173"/>
                    </a:cubicBezTo>
                    <a:cubicBezTo>
                      <a:pt x="131563" y="41351"/>
                      <a:pt x="121169" y="30956"/>
                      <a:pt x="108346" y="30956"/>
                    </a:cubicBezTo>
                    <a:close/>
                    <a:moveTo>
                      <a:pt x="54173" y="108346"/>
                    </a:moveTo>
                    <a:cubicBezTo>
                      <a:pt x="41351" y="108346"/>
                      <a:pt x="30956" y="118741"/>
                      <a:pt x="30956" y="131563"/>
                    </a:cubicBezTo>
                    <a:cubicBezTo>
                      <a:pt x="30956" y="144386"/>
                      <a:pt x="41351" y="154780"/>
                      <a:pt x="54173" y="154780"/>
                    </a:cubicBezTo>
                    <a:cubicBezTo>
                      <a:pt x="66996" y="154780"/>
                      <a:pt x="77390" y="144386"/>
                      <a:pt x="77390" y="131563"/>
                    </a:cubicBezTo>
                    <a:cubicBezTo>
                      <a:pt x="77390" y="118741"/>
                      <a:pt x="66996" y="108346"/>
                      <a:pt x="54173" y="108346"/>
                    </a:cubicBezTo>
                    <a:close/>
                  </a:path>
                </a:pathLst>
              </a:custGeom>
              <a:solidFill>
                <a:srgbClr val="8E86A8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18" name="Freeform 118"/>
              <p:cNvSpPr/>
              <p:nvPr/>
            </p:nvSpPr>
            <p:spPr>
              <a:xfrm>
                <a:off x="8092678" y="5772745"/>
                <a:ext cx="216693" cy="170259"/>
              </a:xfrm>
              <a:custGeom>
                <a:avLst/>
                <a:gdLst/>
                <a:ahLst/>
                <a:cxnLst/>
                <a:rect l="l" t="t" r="r" b="b"/>
                <a:pathLst>
                  <a:path w="216693" h="170259">
                    <a:moveTo>
                      <a:pt x="162520" y="139302"/>
                    </a:moveTo>
                    <a:cubicBezTo>
                      <a:pt x="162520" y="156399"/>
                      <a:pt x="148660" y="170259"/>
                      <a:pt x="131563" y="170259"/>
                    </a:cubicBezTo>
                    <a:cubicBezTo>
                      <a:pt x="118310" y="170259"/>
                      <a:pt x="105493" y="161620"/>
                      <a:pt x="101091" y="149731"/>
                    </a:cubicBezTo>
                    <a:cubicBezTo>
                      <a:pt x="99698" y="145749"/>
                      <a:pt x="101750" y="141384"/>
                      <a:pt x="105706" y="139918"/>
                    </a:cubicBezTo>
                    <a:cubicBezTo>
                      <a:pt x="109662" y="138452"/>
                      <a:pt x="114063" y="140424"/>
                      <a:pt x="115602" y="144352"/>
                    </a:cubicBezTo>
                    <a:cubicBezTo>
                      <a:pt x="117769" y="150205"/>
                      <a:pt x="124792" y="154780"/>
                      <a:pt x="131563" y="154780"/>
                    </a:cubicBezTo>
                    <a:cubicBezTo>
                      <a:pt x="140112" y="154780"/>
                      <a:pt x="147041" y="147851"/>
                      <a:pt x="147041" y="139302"/>
                    </a:cubicBezTo>
                    <a:cubicBezTo>
                      <a:pt x="147041" y="130754"/>
                      <a:pt x="140112" y="123824"/>
                      <a:pt x="131563" y="123824"/>
                    </a:cubicBezTo>
                    <a:lnTo>
                      <a:pt x="23217" y="123824"/>
                    </a:lnTo>
                    <a:cubicBezTo>
                      <a:pt x="18943" y="123824"/>
                      <a:pt x="15478" y="120360"/>
                      <a:pt x="15478" y="116085"/>
                    </a:cubicBezTo>
                    <a:cubicBezTo>
                      <a:pt x="15478" y="111811"/>
                      <a:pt x="18943" y="108346"/>
                      <a:pt x="23217" y="108346"/>
                    </a:cubicBezTo>
                    <a:lnTo>
                      <a:pt x="131563" y="108346"/>
                    </a:lnTo>
                    <a:cubicBezTo>
                      <a:pt x="148660" y="108346"/>
                      <a:pt x="162520" y="122206"/>
                      <a:pt x="162520" y="139302"/>
                    </a:cubicBezTo>
                    <a:close/>
                    <a:moveTo>
                      <a:pt x="100607" y="61912"/>
                    </a:moveTo>
                    <a:cubicBezTo>
                      <a:pt x="117704" y="61912"/>
                      <a:pt x="131563" y="48053"/>
                      <a:pt x="131563" y="30956"/>
                    </a:cubicBezTo>
                    <a:cubicBezTo>
                      <a:pt x="131563" y="13860"/>
                      <a:pt x="117704" y="0"/>
                      <a:pt x="100607" y="0"/>
                    </a:cubicBezTo>
                    <a:cubicBezTo>
                      <a:pt x="87354" y="0"/>
                      <a:pt x="74536" y="8639"/>
                      <a:pt x="70135" y="20528"/>
                    </a:cubicBezTo>
                    <a:cubicBezTo>
                      <a:pt x="68742" y="24510"/>
                      <a:pt x="70794" y="28874"/>
                      <a:pt x="74750" y="30340"/>
                    </a:cubicBezTo>
                    <a:cubicBezTo>
                      <a:pt x="78706" y="31807"/>
                      <a:pt x="83107" y="29835"/>
                      <a:pt x="84646" y="25906"/>
                    </a:cubicBezTo>
                    <a:cubicBezTo>
                      <a:pt x="86813" y="20054"/>
                      <a:pt x="93836" y="15478"/>
                      <a:pt x="100607" y="15478"/>
                    </a:cubicBezTo>
                    <a:cubicBezTo>
                      <a:pt x="109156" y="15478"/>
                      <a:pt x="116085" y="22408"/>
                      <a:pt x="116085" y="30956"/>
                    </a:cubicBezTo>
                    <a:cubicBezTo>
                      <a:pt x="116085" y="39504"/>
                      <a:pt x="109156" y="46434"/>
                      <a:pt x="100607" y="46434"/>
                    </a:cubicBezTo>
                    <a:lnTo>
                      <a:pt x="7739" y="46434"/>
                    </a:lnTo>
                    <a:cubicBezTo>
                      <a:pt x="3465" y="46434"/>
                      <a:pt x="0" y="49899"/>
                      <a:pt x="0" y="54173"/>
                    </a:cubicBezTo>
                    <a:cubicBezTo>
                      <a:pt x="0" y="58447"/>
                      <a:pt x="3465" y="61912"/>
                      <a:pt x="7739" y="61912"/>
                    </a:cubicBezTo>
                    <a:close/>
                    <a:moveTo>
                      <a:pt x="185737" y="30956"/>
                    </a:moveTo>
                    <a:cubicBezTo>
                      <a:pt x="172484" y="30956"/>
                      <a:pt x="159666" y="39595"/>
                      <a:pt x="155264" y="51484"/>
                    </a:cubicBezTo>
                    <a:cubicBezTo>
                      <a:pt x="153871" y="55466"/>
                      <a:pt x="155923" y="59830"/>
                      <a:pt x="159879" y="61296"/>
                    </a:cubicBezTo>
                    <a:cubicBezTo>
                      <a:pt x="163835" y="62763"/>
                      <a:pt x="168236" y="60791"/>
                      <a:pt x="169775" y="56862"/>
                    </a:cubicBezTo>
                    <a:cubicBezTo>
                      <a:pt x="171942" y="51010"/>
                      <a:pt x="178965" y="46434"/>
                      <a:pt x="185737" y="46434"/>
                    </a:cubicBezTo>
                    <a:cubicBezTo>
                      <a:pt x="194285" y="46434"/>
                      <a:pt x="201215" y="53364"/>
                      <a:pt x="201215" y="61912"/>
                    </a:cubicBezTo>
                    <a:cubicBezTo>
                      <a:pt x="201215" y="70460"/>
                      <a:pt x="194285" y="77390"/>
                      <a:pt x="185737" y="77390"/>
                    </a:cubicBezTo>
                    <a:lnTo>
                      <a:pt x="15478" y="77390"/>
                    </a:lnTo>
                    <a:cubicBezTo>
                      <a:pt x="11204" y="77390"/>
                      <a:pt x="7739" y="80855"/>
                      <a:pt x="7739" y="85129"/>
                    </a:cubicBezTo>
                    <a:cubicBezTo>
                      <a:pt x="7739" y="89403"/>
                      <a:pt x="11204" y="92868"/>
                      <a:pt x="15478" y="92868"/>
                    </a:cubicBezTo>
                    <a:lnTo>
                      <a:pt x="185737" y="92868"/>
                    </a:lnTo>
                    <a:cubicBezTo>
                      <a:pt x="202833" y="92868"/>
                      <a:pt x="216693" y="79009"/>
                      <a:pt x="216693" y="61912"/>
                    </a:cubicBezTo>
                    <a:cubicBezTo>
                      <a:pt x="216693" y="44816"/>
                      <a:pt x="202833" y="30956"/>
                      <a:pt x="185737" y="30956"/>
                    </a:cubicBezTo>
                    <a:close/>
                  </a:path>
                </a:pathLst>
              </a:custGeom>
              <a:solidFill>
                <a:srgbClr val="8E86A8"/>
              </a:solidFill>
              <a:ln>
                <a:noFill/>
              </a:ln>
            </p:spPr>
          </p:sp>
        </p:grpSp>
        <p:sp>
          <p:nvSpPr>
            <p:cNvPr id="120" name="TextBox 120"/>
            <p:cNvSpPr txBox="1"/>
            <p:nvPr/>
          </p:nvSpPr>
          <p:spPr>
            <a:xfrm>
              <a:off x="8413242" y="5788342"/>
              <a:ext cx="204008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8E86A8"/>
                  </a:solidFill>
                  <a:latin typeface="+mn-lt"/>
                  <a:ea typeface="+mn-ea"/>
                  <a:cs typeface="+mn-cs"/>
                </a:rPr>
                <a:t>铸庭</a:t>
              </a: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 · 投入资源搭建支撑</a:t>
              </a:r>
            </a:p>
          </p:txBody>
        </p:sp>
      </p:grpSp>
      <p:sp>
        <p:nvSpPr>
          <p:cNvPr id="122" name="TextBox 122"/>
          <p:cNvSpPr txBox="1"/>
          <p:nvPr/>
        </p:nvSpPr>
        <p:spPr>
          <a:xfrm>
            <a:off x="11035132" y="6385560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07 / 14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lt1"/>
            </a:gs>
            <a:gs pos="78000">
              <a:srgbClr val="1A2242"/>
            </a:gs>
            <a:gs pos="100000">
              <a:srgbClr val="4A3246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usk-edge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</p:sp>
      <p:grpSp>
        <p:nvGrpSpPr>
          <p:cNvPr id="7" name="corner-ring"/>
          <p:cNvGrpSpPr/>
          <p:nvPr/>
        </p:nvGrpSpPr>
        <p:grpSpPr>
          <a:xfrm>
            <a:off x="10896600" y="495300"/>
            <a:ext cx="533400" cy="533400"/>
            <a:chOff x="10896600" y="495300"/>
            <a:chExt cx="533400" cy="533400"/>
          </a:xfrm>
        </p:grpSpPr>
        <p:sp>
          <p:nvSpPr>
            <p:cNvPr id="3" name="Ellipse 3"/>
            <p:cNvSpPr/>
            <p:nvPr/>
          </p:nvSpPr>
          <p:spPr>
            <a:xfrm>
              <a:off x="10896600" y="495300"/>
              <a:ext cx="533400" cy="5334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4" name="Freeform 4"/>
            <p:cNvSpPr/>
            <p:nvPr/>
          </p:nvSpPr>
          <p:spPr>
            <a:xfrm>
              <a:off x="10915650" y="514350"/>
              <a:ext cx="495300" cy="495300"/>
            </a:xfrm>
            <a:custGeom>
              <a:avLst/>
              <a:gdLst/>
              <a:ahLst/>
              <a:cxnLst/>
              <a:rect l="l" t="t" r="r" b="b"/>
              <a:pathLst>
                <a:path w="495300" h="495300">
                  <a:moveTo>
                    <a:pt x="247650" y="57150"/>
                  </a:moveTo>
                  <a:lnTo>
                    <a:pt x="247650" y="0"/>
                  </a:lnTo>
                  <a:moveTo>
                    <a:pt x="342900" y="82868"/>
                  </a:moveTo>
                  <a:lnTo>
                    <a:pt x="371475" y="33338"/>
                  </a:lnTo>
                  <a:moveTo>
                    <a:pt x="412432" y="152400"/>
                  </a:moveTo>
                  <a:lnTo>
                    <a:pt x="461962" y="123825"/>
                  </a:lnTo>
                  <a:moveTo>
                    <a:pt x="438150" y="247650"/>
                  </a:moveTo>
                  <a:lnTo>
                    <a:pt x="495300" y="247650"/>
                  </a:lnTo>
                  <a:moveTo>
                    <a:pt x="412432" y="342900"/>
                  </a:moveTo>
                  <a:lnTo>
                    <a:pt x="461962" y="371475"/>
                  </a:lnTo>
                  <a:moveTo>
                    <a:pt x="342900" y="412432"/>
                  </a:moveTo>
                  <a:lnTo>
                    <a:pt x="371475" y="461962"/>
                  </a:lnTo>
                  <a:moveTo>
                    <a:pt x="247650" y="438150"/>
                  </a:moveTo>
                  <a:lnTo>
                    <a:pt x="247650" y="495300"/>
                  </a:lnTo>
                  <a:moveTo>
                    <a:pt x="152400" y="412432"/>
                  </a:moveTo>
                  <a:lnTo>
                    <a:pt x="123825" y="461962"/>
                  </a:lnTo>
                  <a:moveTo>
                    <a:pt x="82868" y="342900"/>
                  </a:moveTo>
                  <a:lnTo>
                    <a:pt x="33338" y="371475"/>
                  </a:lnTo>
                  <a:moveTo>
                    <a:pt x="57150" y="247650"/>
                  </a:moveTo>
                  <a:lnTo>
                    <a:pt x="0" y="247650"/>
                  </a:lnTo>
                  <a:moveTo>
                    <a:pt x="82868" y="152400"/>
                  </a:moveTo>
                  <a:lnTo>
                    <a:pt x="33338" y="123825"/>
                  </a:lnTo>
                  <a:moveTo>
                    <a:pt x="152400" y="82868"/>
                  </a:moveTo>
                  <a:lnTo>
                    <a:pt x="123825" y="33338"/>
                  </a:lnTo>
                </a:path>
              </a:pathLst>
            </a:custGeom>
            <a:noFill/>
            <a:ln w="14288">
              <a:solidFill>
                <a:schemeClr val="accent1"/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11163300" y="762000"/>
              <a:ext cx="9525" cy="171450"/>
            </a:xfrm>
            <a:custGeom>
              <a:avLst/>
              <a:gdLst/>
              <a:ahLst/>
              <a:cxnLst/>
              <a:rect l="l" t="t" r="r" b="b"/>
              <a:pathLst>
                <a:path w="9525" h="171450">
                  <a:moveTo>
                    <a:pt x="0" y="0"/>
                  </a:moveTo>
                  <a:lnTo>
                    <a:pt x="0" y="171450"/>
                  </a:lnTo>
                </a:path>
              </a:pathLst>
            </a:custGeom>
            <a:noFill/>
            <a:ln w="23812" cap="rnd">
              <a:solidFill>
                <a:schemeClr val="accent2"/>
              </a:solidFill>
            </a:ln>
          </p:spPr>
        </p:sp>
        <p:sp>
          <p:nvSpPr>
            <p:cNvPr id="6" name="Ellipse 6"/>
            <p:cNvSpPr/>
            <p:nvPr/>
          </p:nvSpPr>
          <p:spPr>
            <a:xfrm>
              <a:off x="11134725" y="733425"/>
              <a:ext cx="57150" cy="571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</p:grpSp>
      <p:grpSp>
        <p:nvGrpSpPr>
          <p:cNvPr id="12" name="page-title"/>
          <p:cNvGrpSpPr/>
          <p:nvPr/>
        </p:nvGrpSpPr>
        <p:grpSpPr>
          <a:xfrm>
            <a:off x="593598" y="454342"/>
            <a:ext cx="8248460" cy="1285875"/>
            <a:chOff x="593598" y="454342"/>
            <a:chExt cx="8248460" cy="1285875"/>
          </a:xfrm>
        </p:grpSpPr>
        <p:sp>
          <p:nvSpPr>
            <p:cNvPr id="8" name="Rectangle 8"/>
            <p:cNvSpPr/>
            <p:nvPr/>
          </p:nvSpPr>
          <p:spPr>
            <a:xfrm>
              <a:off x="609600" y="514350"/>
              <a:ext cx="76200" cy="7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74192" y="454342"/>
              <a:ext cx="11151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spc="1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03 叙事节奏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93598" y="783908"/>
              <a:ext cx="638399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一章的节奏：调查 — 试炼 — 余韵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98170" y="1300162"/>
              <a:ext cx="8243888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张力逐步抬升，在 Boss 处达到顶点，再以安静的结尾收束</a:t>
              </a:r>
            </a:p>
          </p:txBody>
        </p:sp>
      </p:grpSp>
      <p:grpSp>
        <p:nvGrpSpPr>
          <p:cNvPr id="49" name="rhythm-arc"/>
          <p:cNvGrpSpPr/>
          <p:nvPr/>
        </p:nvGrpSpPr>
        <p:grpSpPr>
          <a:xfrm>
            <a:off x="908304" y="1790700"/>
            <a:ext cx="10443972" cy="2862834"/>
            <a:chOff x="908304" y="1790700"/>
            <a:chExt cx="10443972" cy="2862834"/>
          </a:xfrm>
        </p:grpSpPr>
        <p:sp>
          <p:nvSpPr>
            <p:cNvPr id="13" name="Line 13"/>
            <p:cNvSpPr/>
            <p:nvPr/>
          </p:nvSpPr>
          <p:spPr>
            <a:xfrm>
              <a:off x="914400" y="4191000"/>
              <a:ext cx="10363200" cy="9525"/>
            </a:xfrm>
            <a:custGeom>
              <a:avLst/>
              <a:gdLst/>
              <a:ahLst/>
              <a:cxnLst/>
              <a:rect l="l" t="t" r="r" b="b"/>
              <a:pathLst>
                <a:path w="10363200" h="9525">
                  <a:moveTo>
                    <a:pt x="0" y="0"/>
                  </a:moveTo>
                  <a:lnTo>
                    <a:pt x="10363200" y="0"/>
                  </a:lnTo>
                </a:path>
              </a:pathLst>
            </a:custGeom>
            <a:noFill/>
            <a:ln w="14288">
              <a:solidFill>
                <a:srgbClr val="3B4670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08304" y="190881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张力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914400" y="2133600"/>
              <a:ext cx="9525" cy="2057400"/>
            </a:xfrm>
            <a:custGeom>
              <a:avLst/>
              <a:gdLst/>
              <a:ahLst/>
              <a:cxnLst/>
              <a:rect l="l" t="t" r="r" b="b"/>
              <a:pathLst>
                <a:path w="9525" h="2057400">
                  <a:moveTo>
                    <a:pt x="0" y="0"/>
                  </a:moveTo>
                  <a:lnTo>
                    <a:pt x="0" y="2057400"/>
                  </a:lnTo>
                </a:path>
              </a:pathLst>
            </a:custGeom>
            <a:noFill/>
            <a:ln w="14288">
              <a:solidFill>
                <a:srgbClr val="3B4670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1333500" y="2190750"/>
              <a:ext cx="9525000" cy="2000250"/>
            </a:xfrm>
            <a:custGeom>
              <a:avLst/>
              <a:gdLst/>
              <a:ahLst/>
              <a:cxnLst/>
              <a:rect l="l" t="t" r="r" b="b"/>
              <a:pathLst>
                <a:path w="9525000" h="2000250">
                  <a:moveTo>
                    <a:pt x="0" y="1619250"/>
                  </a:moveTo>
                  <a:cubicBezTo>
                    <a:pt x="762000" y="1581150"/>
                    <a:pt x="1047750" y="1238250"/>
                    <a:pt x="1905000" y="1047750"/>
                  </a:cubicBezTo>
                  <a:cubicBezTo>
                    <a:pt x="2762250" y="857250"/>
                    <a:pt x="3143250" y="666750"/>
                    <a:pt x="3810000" y="476250"/>
                  </a:cubicBezTo>
                  <a:cubicBezTo>
                    <a:pt x="4572000" y="266700"/>
                    <a:pt x="5143500" y="0"/>
                    <a:pt x="5905500" y="19050"/>
                  </a:cubicBezTo>
                  <a:cubicBezTo>
                    <a:pt x="6572250" y="38100"/>
                    <a:pt x="6762750" y="952500"/>
                    <a:pt x="7620000" y="1352550"/>
                  </a:cubicBezTo>
                  <a:cubicBezTo>
                    <a:pt x="8286750" y="1638300"/>
                    <a:pt x="8953500" y="1676400"/>
                    <a:pt x="9525000" y="1714500"/>
                  </a:cubicBezTo>
                  <a:lnTo>
                    <a:pt x="9525000" y="2000250"/>
                  </a:lnTo>
                  <a:lnTo>
                    <a:pt x="0" y="2000250"/>
                  </a:lnTo>
                  <a:close/>
                </a:path>
              </a:pathLst>
            </a:custGeom>
            <a:gradFill>
              <a:gsLst>
                <a:gs pos="0">
                  <a:schemeClr val="accent3">
                    <a:alpha val="28000"/>
                  </a:schemeClr>
                </a:gs>
                <a:gs pos="100000">
                  <a:schemeClr val="accent3">
                    <a:alpha val="0"/>
                  </a:schemeClr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1333500" y="2190750"/>
              <a:ext cx="9525000" cy="1714500"/>
            </a:xfrm>
            <a:custGeom>
              <a:avLst/>
              <a:gdLst/>
              <a:ahLst/>
              <a:cxnLst/>
              <a:rect l="l" t="t" r="r" b="b"/>
              <a:pathLst>
                <a:path w="9525000" h="1714500">
                  <a:moveTo>
                    <a:pt x="0" y="1619250"/>
                  </a:moveTo>
                  <a:cubicBezTo>
                    <a:pt x="762000" y="1581150"/>
                    <a:pt x="1047750" y="1238250"/>
                    <a:pt x="1905000" y="1047750"/>
                  </a:cubicBezTo>
                  <a:cubicBezTo>
                    <a:pt x="2762250" y="857250"/>
                    <a:pt x="3143250" y="666750"/>
                    <a:pt x="3810000" y="476250"/>
                  </a:cubicBezTo>
                  <a:cubicBezTo>
                    <a:pt x="4572000" y="266700"/>
                    <a:pt x="5143500" y="0"/>
                    <a:pt x="5905500" y="19050"/>
                  </a:cubicBezTo>
                  <a:cubicBezTo>
                    <a:pt x="6572250" y="38100"/>
                    <a:pt x="6762750" y="952500"/>
                    <a:pt x="7620000" y="1352550"/>
                  </a:cubicBezTo>
                  <a:cubicBezTo>
                    <a:pt x="8286750" y="1638300"/>
                    <a:pt x="8953500" y="1676400"/>
                    <a:pt x="9525000" y="1714500"/>
                  </a:cubicBezTo>
                </a:path>
              </a:pathLst>
            </a:custGeom>
            <a:noFill/>
            <a:ln w="38100" cap="rnd">
              <a:gradFill>
                <a:gsLst>
                  <a:gs pos="0">
                    <a:srgbClr val="AFA9C2"/>
                  </a:gs>
                  <a:gs pos="60000">
                    <a:schemeClr val="accent3"/>
                  </a:gs>
                  <a:gs pos="100000">
                    <a:schemeClr val="accent2"/>
                  </a:gs>
                </a:gsLst>
                <a:lin ang="0" scaled="1"/>
              </a:gra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1219200" y="3695700"/>
              <a:ext cx="228600" cy="228600"/>
            </a:xfrm>
            <a:prstGeom prst="ellipse">
              <a:avLst/>
            </a:prstGeom>
            <a:solidFill>
              <a:schemeClr val="lt1"/>
            </a:solidFill>
            <a:ln w="28575">
              <a:solidFill>
                <a:srgbClr val="AFA9C2"/>
              </a:solidFill>
            </a:ln>
          </p:spPr>
        </p:sp>
        <p:sp>
          <p:nvSpPr>
            <p:cNvPr id="19" name="Ellipse 19"/>
            <p:cNvSpPr/>
            <p:nvPr/>
          </p:nvSpPr>
          <p:spPr>
            <a:xfrm>
              <a:off x="3124200" y="3124200"/>
              <a:ext cx="228600" cy="228600"/>
            </a:xfrm>
            <a:prstGeom prst="ellipse">
              <a:avLst/>
            </a:prstGeom>
            <a:solidFill>
              <a:schemeClr val="lt1"/>
            </a:solidFill>
            <a:ln w="28575">
              <a:solidFill>
                <a:schemeClr val="accent1"/>
              </a:solidFill>
            </a:ln>
          </p:spPr>
        </p:sp>
        <p:sp>
          <p:nvSpPr>
            <p:cNvPr id="20" name="Ellipse 20"/>
            <p:cNvSpPr/>
            <p:nvPr/>
          </p:nvSpPr>
          <p:spPr>
            <a:xfrm>
              <a:off x="5029200" y="2552700"/>
              <a:ext cx="228600" cy="228600"/>
            </a:xfrm>
            <a:prstGeom prst="ellipse">
              <a:avLst/>
            </a:prstGeom>
            <a:solidFill>
              <a:schemeClr val="lt1"/>
            </a:solidFill>
            <a:ln w="28575">
              <a:solidFill>
                <a:schemeClr val="accent3"/>
              </a:solidFill>
            </a:ln>
          </p:spPr>
        </p:sp>
        <p:sp>
          <p:nvSpPr>
            <p:cNvPr id="21" name="Ellipse 21"/>
            <p:cNvSpPr/>
            <p:nvPr/>
          </p:nvSpPr>
          <p:spPr>
            <a:xfrm>
              <a:off x="7086600" y="2057400"/>
              <a:ext cx="304800" cy="3048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glow rad="57150">
                <a:srgbClr val="E07A4F">
                  <a:alpha val="60000"/>
                </a:srgbClr>
              </a:glow>
            </a:effectLst>
          </p:spPr>
        </p:sp>
        <p:sp>
          <p:nvSpPr>
            <p:cNvPr id="22" name="Ellipse 22"/>
            <p:cNvSpPr/>
            <p:nvPr/>
          </p:nvSpPr>
          <p:spPr>
            <a:xfrm>
              <a:off x="8839200" y="3429000"/>
              <a:ext cx="228600" cy="228600"/>
            </a:xfrm>
            <a:prstGeom prst="ellipse">
              <a:avLst/>
            </a:prstGeom>
            <a:solidFill>
              <a:schemeClr val="lt1"/>
            </a:solidFill>
            <a:ln w="28575">
              <a:solidFill>
                <a:schemeClr val="accent2"/>
              </a:solidFill>
            </a:ln>
          </p:spPr>
        </p:sp>
        <p:sp>
          <p:nvSpPr>
            <p:cNvPr id="23" name="Ellipse 23"/>
            <p:cNvSpPr/>
            <p:nvPr/>
          </p:nvSpPr>
          <p:spPr>
            <a:xfrm>
              <a:off x="10744200" y="3790950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1216819" y="3402806"/>
              <a:ext cx="233362" cy="200025"/>
              <a:chOff x="1216819" y="3402806"/>
              <a:chExt cx="233362" cy="200025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1225153" y="3411141"/>
                <a:ext cx="216694" cy="183356"/>
              </a:xfrm>
              <a:custGeom>
                <a:avLst/>
                <a:gdLst/>
                <a:ahLst/>
                <a:cxnLst/>
                <a:rect l="l" t="t" r="r" b="b"/>
                <a:pathLst>
                  <a:path w="216694" h="183356">
                    <a:moveTo>
                      <a:pt x="216694" y="0"/>
                    </a:moveTo>
                    <a:lnTo>
                      <a:pt x="216694" y="150019"/>
                    </a:lnTo>
                    <a:lnTo>
                      <a:pt x="141684" y="150019"/>
                    </a:lnTo>
                    <a:cubicBezTo>
                      <a:pt x="123273" y="150019"/>
                      <a:pt x="108347" y="164944"/>
                      <a:pt x="108347" y="183356"/>
                    </a:cubicBezTo>
                    <a:cubicBezTo>
                      <a:pt x="108347" y="164944"/>
                      <a:pt x="93421" y="150019"/>
                      <a:pt x="75009" y="150019"/>
                    </a:cubicBezTo>
                    <a:lnTo>
                      <a:pt x="0" y="150019"/>
                    </a:lnTo>
                    <a:lnTo>
                      <a:pt x="0" y="0"/>
                    </a:lnTo>
                    <a:lnTo>
                      <a:pt x="75009" y="0"/>
                    </a:lnTo>
                    <a:cubicBezTo>
                      <a:pt x="93421" y="0"/>
                      <a:pt x="108347" y="14926"/>
                      <a:pt x="108347" y="33338"/>
                    </a:cubicBezTo>
                    <a:cubicBezTo>
                      <a:pt x="108347" y="14926"/>
                      <a:pt x="123273" y="0"/>
                      <a:pt x="141684" y="0"/>
                    </a:cubicBezTo>
                    <a:close/>
                  </a:path>
                </a:pathLst>
              </a:custGeom>
              <a:solidFill>
                <a:srgbClr val="AFA9C2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1216819" y="3402806"/>
                <a:ext cx="233362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33362" h="200025">
                    <a:moveTo>
                      <a:pt x="225028" y="0"/>
                    </a:moveTo>
                    <a:lnTo>
                      <a:pt x="150019" y="0"/>
                    </a:lnTo>
                    <a:cubicBezTo>
                      <a:pt x="136902" y="0"/>
                      <a:pt x="124551" y="6176"/>
                      <a:pt x="116681" y="16669"/>
                    </a:cubicBezTo>
                    <a:cubicBezTo>
                      <a:pt x="108811" y="6176"/>
                      <a:pt x="96460" y="0"/>
                      <a:pt x="83344" y="0"/>
                    </a:cubicBezTo>
                    <a:lnTo>
                      <a:pt x="8334" y="0"/>
                    </a:lnTo>
                    <a:cubicBezTo>
                      <a:pt x="3731" y="0"/>
                      <a:pt x="0" y="3731"/>
                      <a:pt x="0" y="8334"/>
                    </a:cubicBezTo>
                    <a:lnTo>
                      <a:pt x="0" y="158353"/>
                    </a:lnTo>
                    <a:cubicBezTo>
                      <a:pt x="0" y="162956"/>
                      <a:pt x="3731" y="166688"/>
                      <a:pt x="8334" y="166688"/>
                    </a:cubicBezTo>
                    <a:lnTo>
                      <a:pt x="83344" y="166688"/>
                    </a:lnTo>
                    <a:cubicBezTo>
                      <a:pt x="97153" y="166688"/>
                      <a:pt x="108347" y="177882"/>
                      <a:pt x="108347" y="191691"/>
                    </a:cubicBezTo>
                    <a:cubicBezTo>
                      <a:pt x="108347" y="196294"/>
                      <a:pt x="112078" y="200025"/>
                      <a:pt x="116681" y="200025"/>
                    </a:cubicBezTo>
                    <a:cubicBezTo>
                      <a:pt x="121284" y="200025"/>
                      <a:pt x="125016" y="196294"/>
                      <a:pt x="125016" y="191691"/>
                    </a:cubicBezTo>
                    <a:cubicBezTo>
                      <a:pt x="125016" y="177882"/>
                      <a:pt x="136210" y="166688"/>
                      <a:pt x="150019" y="166688"/>
                    </a:cubicBezTo>
                    <a:lnTo>
                      <a:pt x="225028" y="166688"/>
                    </a:lnTo>
                    <a:cubicBezTo>
                      <a:pt x="229631" y="166688"/>
                      <a:pt x="233362" y="162956"/>
                      <a:pt x="233362" y="158353"/>
                    </a:cubicBezTo>
                    <a:lnTo>
                      <a:pt x="233362" y="8334"/>
                    </a:lnTo>
                    <a:cubicBezTo>
                      <a:pt x="233362" y="3731"/>
                      <a:pt x="229631" y="0"/>
                      <a:pt x="225028" y="0"/>
                    </a:cubicBezTo>
                    <a:close/>
                    <a:moveTo>
                      <a:pt x="83344" y="150019"/>
                    </a:moveTo>
                    <a:lnTo>
                      <a:pt x="16669" y="150019"/>
                    </a:lnTo>
                    <a:lnTo>
                      <a:pt x="16669" y="16669"/>
                    </a:lnTo>
                    <a:lnTo>
                      <a:pt x="83344" y="16669"/>
                    </a:lnTo>
                    <a:cubicBezTo>
                      <a:pt x="97153" y="16669"/>
                      <a:pt x="108347" y="27863"/>
                      <a:pt x="108347" y="41672"/>
                    </a:cubicBezTo>
                    <a:lnTo>
                      <a:pt x="108347" y="158353"/>
                    </a:lnTo>
                    <a:cubicBezTo>
                      <a:pt x="101140" y="152930"/>
                      <a:pt x="92363" y="150004"/>
                      <a:pt x="83344" y="150019"/>
                    </a:cubicBezTo>
                    <a:close/>
                    <a:moveTo>
                      <a:pt x="216694" y="150019"/>
                    </a:moveTo>
                    <a:lnTo>
                      <a:pt x="150019" y="150019"/>
                    </a:lnTo>
                    <a:cubicBezTo>
                      <a:pt x="141000" y="150004"/>
                      <a:pt x="132222" y="152930"/>
                      <a:pt x="125016" y="158353"/>
                    </a:cubicBezTo>
                    <a:lnTo>
                      <a:pt x="125016" y="41672"/>
                    </a:lnTo>
                    <a:cubicBezTo>
                      <a:pt x="125016" y="27863"/>
                      <a:pt x="136210" y="16669"/>
                      <a:pt x="150019" y="16669"/>
                    </a:cubicBezTo>
                    <a:lnTo>
                      <a:pt x="216694" y="16669"/>
                    </a:lnTo>
                    <a:close/>
                  </a:path>
                </a:pathLst>
              </a:custGeom>
              <a:solidFill>
                <a:srgbClr val="AFA9C2"/>
              </a:solidFill>
              <a:ln>
                <a:noFill/>
              </a:ln>
            </p:spPr>
          </p:sp>
        </p:grpSp>
        <p:grpSp>
          <p:nvGrpSpPr>
            <p:cNvPr id="29" name="Group 29"/>
            <p:cNvGrpSpPr/>
            <p:nvPr/>
          </p:nvGrpSpPr>
          <p:grpSpPr>
            <a:xfrm>
              <a:off x="3120673" y="2796783"/>
              <a:ext cx="226993" cy="227033"/>
              <a:chOff x="3120673" y="2796783"/>
              <a:chExt cx="226993" cy="227033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3138488" y="2814638"/>
                <a:ext cx="166688" cy="166688"/>
              </a:xfrm>
              <a:custGeom>
                <a:avLst/>
                <a:gdLst/>
                <a:ahLst/>
                <a:cxnLst/>
                <a:rect l="l" t="t" r="r" b="b"/>
                <a:pathLst>
                  <a:path w="166688" h="166688">
                    <a:moveTo>
                      <a:pt x="166688" y="83344"/>
                    </a:moveTo>
                    <a:cubicBezTo>
                      <a:pt x="166688" y="129373"/>
                      <a:pt x="129373" y="166688"/>
                      <a:pt x="83344" y="166688"/>
                    </a:cubicBezTo>
                    <a:cubicBezTo>
                      <a:pt x="37314" y="166688"/>
                      <a:pt x="0" y="129373"/>
                      <a:pt x="0" y="83344"/>
                    </a:cubicBezTo>
                    <a:cubicBezTo>
                      <a:pt x="0" y="37314"/>
                      <a:pt x="37314" y="0"/>
                      <a:pt x="83344" y="0"/>
                    </a:cubicBezTo>
                    <a:cubicBezTo>
                      <a:pt x="129373" y="0"/>
                      <a:pt x="166688" y="37314"/>
                      <a:pt x="166688" y="83344"/>
                    </a:cubicBezTo>
                    <a:close/>
                  </a:path>
                </a:pathLst>
              </a:custGeom>
              <a:solidFill>
                <a:schemeClr val="accent1">
                  <a:alpha val="20000"/>
                </a:schemeClr>
              </a:solidFill>
              <a:ln>
                <a:noFill/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3120673" y="2796783"/>
                <a:ext cx="226993" cy="227033"/>
              </a:xfrm>
              <a:custGeom>
                <a:avLst/>
                <a:gdLst/>
                <a:ahLst/>
                <a:cxnLst/>
                <a:rect l="l" t="t" r="r" b="b"/>
                <a:pathLst>
                  <a:path w="226993" h="227033">
                    <a:moveTo>
                      <a:pt x="223737" y="211983"/>
                    </a:moveTo>
                    <a:lnTo>
                      <a:pt x="171584" y="159831"/>
                    </a:lnTo>
                    <a:cubicBezTo>
                      <a:pt x="203047" y="122096"/>
                      <a:pt x="199265" y="66288"/>
                      <a:pt x="162997" y="33144"/>
                    </a:cubicBezTo>
                    <a:cubicBezTo>
                      <a:pt x="126729" y="0"/>
                      <a:pt x="70807" y="1245"/>
                      <a:pt x="36051" y="35971"/>
                    </a:cubicBezTo>
                    <a:cubicBezTo>
                      <a:pt x="1295" y="70696"/>
                      <a:pt x="0" y="126618"/>
                      <a:pt x="33112" y="162914"/>
                    </a:cubicBezTo>
                    <a:cubicBezTo>
                      <a:pt x="66224" y="199211"/>
                      <a:pt x="122028" y="203043"/>
                      <a:pt x="159791" y="171613"/>
                    </a:cubicBezTo>
                    <a:lnTo>
                      <a:pt x="211943" y="223776"/>
                    </a:lnTo>
                    <a:cubicBezTo>
                      <a:pt x="215200" y="227033"/>
                      <a:pt x="220480" y="227033"/>
                      <a:pt x="223737" y="223776"/>
                    </a:cubicBezTo>
                    <a:cubicBezTo>
                      <a:pt x="226993" y="220520"/>
                      <a:pt x="226993" y="215240"/>
                      <a:pt x="223737" y="211983"/>
                    </a:cubicBezTo>
                    <a:close/>
                    <a:moveTo>
                      <a:pt x="26149" y="101198"/>
                    </a:moveTo>
                    <a:cubicBezTo>
                      <a:pt x="26149" y="59772"/>
                      <a:pt x="59732" y="26189"/>
                      <a:pt x="101159" y="26189"/>
                    </a:cubicBezTo>
                    <a:cubicBezTo>
                      <a:pt x="142585" y="26189"/>
                      <a:pt x="176168" y="59772"/>
                      <a:pt x="176168" y="101198"/>
                    </a:cubicBezTo>
                    <a:cubicBezTo>
                      <a:pt x="176168" y="142625"/>
                      <a:pt x="142585" y="176208"/>
                      <a:pt x="101159" y="176208"/>
                    </a:cubicBezTo>
                    <a:cubicBezTo>
                      <a:pt x="59751" y="176162"/>
                      <a:pt x="26195" y="142606"/>
                      <a:pt x="26149" y="101198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</p:grpSp>
        <p:grpSp>
          <p:nvGrpSpPr>
            <p:cNvPr id="32" name="Group 32"/>
            <p:cNvGrpSpPr/>
            <p:nvPr/>
          </p:nvGrpSpPr>
          <p:grpSpPr>
            <a:xfrm>
              <a:off x="5029959" y="2234795"/>
              <a:ext cx="230781" cy="225184"/>
              <a:chOff x="5029959" y="2234795"/>
              <a:chExt cx="230781" cy="225184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5035870" y="2234811"/>
                <a:ext cx="207647" cy="212846"/>
              </a:xfrm>
              <a:custGeom>
                <a:avLst/>
                <a:gdLst/>
                <a:ahLst/>
                <a:cxnLst/>
                <a:rect l="l" t="t" r="r" b="b"/>
                <a:pathLst>
                  <a:path w="207647" h="212846">
                    <a:moveTo>
                      <a:pt x="207643" y="108339"/>
                    </a:moveTo>
                    <a:cubicBezTo>
                      <a:pt x="207647" y="144088"/>
                      <a:pt x="188571" y="177120"/>
                      <a:pt x="157605" y="194983"/>
                    </a:cubicBezTo>
                    <a:cubicBezTo>
                      <a:pt x="126640" y="212846"/>
                      <a:pt x="88495" y="212823"/>
                      <a:pt x="57551" y="194923"/>
                    </a:cubicBezTo>
                    <a:lnTo>
                      <a:pt x="57551" y="194923"/>
                    </a:lnTo>
                    <a:lnTo>
                      <a:pt x="18598" y="207914"/>
                    </a:lnTo>
                    <a:cubicBezTo>
                      <a:pt x="15603" y="208913"/>
                      <a:pt x="12301" y="208134"/>
                      <a:pt x="10068" y="205901"/>
                    </a:cubicBezTo>
                    <a:cubicBezTo>
                      <a:pt x="7836" y="203669"/>
                      <a:pt x="7056" y="200366"/>
                      <a:pt x="8055" y="197371"/>
                    </a:cubicBezTo>
                    <a:lnTo>
                      <a:pt x="21046" y="158419"/>
                    </a:lnTo>
                    <a:lnTo>
                      <a:pt x="21046" y="158419"/>
                    </a:lnTo>
                    <a:cubicBezTo>
                      <a:pt x="0" y="122015"/>
                      <a:pt x="3972" y="76335"/>
                      <a:pt x="30986" y="44110"/>
                    </a:cubicBezTo>
                    <a:cubicBezTo>
                      <a:pt x="58000" y="11885"/>
                      <a:pt x="102286" y="0"/>
                      <a:pt x="141804" y="14368"/>
                    </a:cubicBezTo>
                    <a:cubicBezTo>
                      <a:pt x="181323" y="28737"/>
                      <a:pt x="207634" y="66290"/>
                      <a:pt x="207643" y="108339"/>
                    </a:cubicBezTo>
                    <a:close/>
                  </a:path>
                </a:pathLst>
              </a:custGeom>
              <a:solidFill>
                <a:schemeClr val="accent3">
                  <a:alpha val="20000"/>
                </a:schemeClr>
              </a:solidFill>
              <a:ln>
                <a:noFill/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5029959" y="2234795"/>
                <a:ext cx="230781" cy="225184"/>
              </a:xfrm>
              <a:custGeom>
                <a:avLst/>
                <a:gdLst/>
                <a:ahLst/>
                <a:cxnLst/>
                <a:rect l="l" t="t" r="r" b="b"/>
                <a:pathLst>
                  <a:path w="230781" h="225184">
                    <a:moveTo>
                      <a:pt x="113541" y="8"/>
                    </a:moveTo>
                    <a:cubicBezTo>
                      <a:pt x="75492" y="0"/>
                      <a:pt x="40226" y="19951"/>
                      <a:pt x="20635" y="52570"/>
                    </a:cubicBezTo>
                    <a:cubicBezTo>
                      <a:pt x="1045" y="85189"/>
                      <a:pt x="0" y="125693"/>
                      <a:pt x="17883" y="159278"/>
                    </a:cubicBezTo>
                    <a:lnTo>
                      <a:pt x="6059" y="194751"/>
                    </a:lnTo>
                    <a:cubicBezTo>
                      <a:pt x="4061" y="200742"/>
                      <a:pt x="5620" y="207346"/>
                      <a:pt x="10085" y="211811"/>
                    </a:cubicBezTo>
                    <a:cubicBezTo>
                      <a:pt x="14550" y="216276"/>
                      <a:pt x="21155" y="217835"/>
                      <a:pt x="27145" y="215837"/>
                    </a:cubicBezTo>
                    <a:lnTo>
                      <a:pt x="62618" y="204013"/>
                    </a:lnTo>
                    <a:cubicBezTo>
                      <a:pt x="102422" y="225184"/>
                      <a:pt x="151176" y="219494"/>
                      <a:pt x="185035" y="189727"/>
                    </a:cubicBezTo>
                    <a:cubicBezTo>
                      <a:pt x="218894" y="159960"/>
                      <a:pt x="230781" y="112336"/>
                      <a:pt x="214884" y="70148"/>
                    </a:cubicBezTo>
                    <a:cubicBezTo>
                      <a:pt x="198986" y="27961"/>
                      <a:pt x="158625" y="27"/>
                      <a:pt x="113541" y="8"/>
                    </a:cubicBezTo>
                    <a:close/>
                    <a:moveTo>
                      <a:pt x="113541" y="200033"/>
                    </a:moveTo>
                    <a:cubicBezTo>
                      <a:pt x="97424" y="200044"/>
                      <a:pt x="81590" y="195800"/>
                      <a:pt x="67640" y="187730"/>
                    </a:cubicBezTo>
                    <a:cubicBezTo>
                      <a:pt x="66373" y="186995"/>
                      <a:pt x="64936" y="186607"/>
                      <a:pt x="63472" y="186605"/>
                    </a:cubicBezTo>
                    <a:cubicBezTo>
                      <a:pt x="62576" y="186605"/>
                      <a:pt x="61685" y="186753"/>
                      <a:pt x="60837" y="187042"/>
                    </a:cubicBezTo>
                    <a:lnTo>
                      <a:pt x="21863" y="200033"/>
                    </a:lnTo>
                    <a:lnTo>
                      <a:pt x="34854" y="161070"/>
                    </a:lnTo>
                    <a:cubicBezTo>
                      <a:pt x="35612" y="158805"/>
                      <a:pt x="35361" y="156324"/>
                      <a:pt x="34167" y="154257"/>
                    </a:cubicBezTo>
                    <a:cubicBezTo>
                      <a:pt x="13389" y="118334"/>
                      <a:pt x="19333" y="72933"/>
                      <a:pt x="48659" y="43570"/>
                    </a:cubicBezTo>
                    <a:cubicBezTo>
                      <a:pt x="77985" y="14207"/>
                      <a:pt x="123378" y="8205"/>
                      <a:pt x="159327" y="28938"/>
                    </a:cubicBezTo>
                    <a:cubicBezTo>
                      <a:pt x="195277" y="49670"/>
                      <a:pt x="212816" y="91966"/>
                      <a:pt x="202088" y="132055"/>
                    </a:cubicBezTo>
                    <a:cubicBezTo>
                      <a:pt x="191360" y="172144"/>
                      <a:pt x="155040" y="200026"/>
                      <a:pt x="113541" y="200033"/>
                    </a:cubicBezTo>
                    <a:close/>
                    <a:moveTo>
                      <a:pt x="126043" y="108355"/>
                    </a:moveTo>
                    <a:cubicBezTo>
                      <a:pt x="126043" y="115260"/>
                      <a:pt x="120446" y="120857"/>
                      <a:pt x="113541" y="120857"/>
                    </a:cubicBezTo>
                    <a:cubicBezTo>
                      <a:pt x="106637" y="120857"/>
                      <a:pt x="101040" y="115260"/>
                      <a:pt x="101040" y="108355"/>
                    </a:cubicBezTo>
                    <a:cubicBezTo>
                      <a:pt x="101040" y="101451"/>
                      <a:pt x="106637" y="95854"/>
                      <a:pt x="113541" y="95854"/>
                    </a:cubicBezTo>
                    <a:cubicBezTo>
                      <a:pt x="120446" y="95854"/>
                      <a:pt x="126043" y="101451"/>
                      <a:pt x="126043" y="108355"/>
                    </a:cubicBezTo>
                    <a:close/>
                    <a:moveTo>
                      <a:pt x="80204" y="108355"/>
                    </a:moveTo>
                    <a:cubicBezTo>
                      <a:pt x="80204" y="115260"/>
                      <a:pt x="74606" y="120857"/>
                      <a:pt x="67702" y="120857"/>
                    </a:cubicBezTo>
                    <a:cubicBezTo>
                      <a:pt x="60798" y="120857"/>
                      <a:pt x="55200" y="115260"/>
                      <a:pt x="55200" y="108355"/>
                    </a:cubicBezTo>
                    <a:cubicBezTo>
                      <a:pt x="55200" y="101451"/>
                      <a:pt x="60798" y="95854"/>
                      <a:pt x="67702" y="95854"/>
                    </a:cubicBezTo>
                    <a:cubicBezTo>
                      <a:pt x="74606" y="95854"/>
                      <a:pt x="80204" y="101451"/>
                      <a:pt x="80204" y="108355"/>
                    </a:cubicBezTo>
                    <a:close/>
                    <a:moveTo>
                      <a:pt x="171882" y="108355"/>
                    </a:moveTo>
                    <a:cubicBezTo>
                      <a:pt x="171882" y="115260"/>
                      <a:pt x="166285" y="120857"/>
                      <a:pt x="159380" y="120857"/>
                    </a:cubicBezTo>
                    <a:cubicBezTo>
                      <a:pt x="152476" y="120857"/>
                      <a:pt x="146879" y="115260"/>
                      <a:pt x="146879" y="108355"/>
                    </a:cubicBezTo>
                    <a:cubicBezTo>
                      <a:pt x="146879" y="101451"/>
                      <a:pt x="152476" y="95854"/>
                      <a:pt x="159380" y="95854"/>
                    </a:cubicBezTo>
                    <a:cubicBezTo>
                      <a:pt x="166285" y="95854"/>
                      <a:pt x="171882" y="101451"/>
                      <a:pt x="171882" y="108355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</p:sp>
        </p:grpSp>
        <p:grpSp>
          <p:nvGrpSpPr>
            <p:cNvPr id="35" name="Group 35"/>
            <p:cNvGrpSpPr/>
            <p:nvPr/>
          </p:nvGrpSpPr>
          <p:grpSpPr>
            <a:xfrm>
              <a:off x="7115154" y="1790700"/>
              <a:ext cx="238154" cy="239999"/>
              <a:chOff x="7115154" y="1790700"/>
              <a:chExt cx="238154" cy="239999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7123769" y="1885943"/>
                <a:ext cx="134297" cy="133365"/>
              </a:xfrm>
              <a:custGeom>
                <a:avLst/>
                <a:gdLst/>
                <a:ahLst/>
                <a:cxnLst/>
                <a:rect l="l" t="t" r="r" b="b"/>
                <a:pathLst>
                  <a:path w="134297" h="133365">
                    <a:moveTo>
                      <a:pt x="131495" y="105973"/>
                    </a:moveTo>
                    <a:lnTo>
                      <a:pt x="116421" y="121046"/>
                    </a:lnTo>
                    <a:cubicBezTo>
                      <a:pt x="114635" y="122835"/>
                      <a:pt x="112210" y="123840"/>
                      <a:pt x="109682" y="123840"/>
                    </a:cubicBezTo>
                    <a:cubicBezTo>
                      <a:pt x="107154" y="123840"/>
                      <a:pt x="104730" y="122835"/>
                      <a:pt x="102943" y="121046"/>
                    </a:cubicBezTo>
                    <a:lnTo>
                      <a:pt x="72368" y="90495"/>
                    </a:lnTo>
                    <a:lnTo>
                      <a:pt x="32304" y="130571"/>
                    </a:lnTo>
                    <a:cubicBezTo>
                      <a:pt x="30517" y="132360"/>
                      <a:pt x="28093" y="133365"/>
                      <a:pt x="25565" y="133365"/>
                    </a:cubicBezTo>
                    <a:cubicBezTo>
                      <a:pt x="23037" y="133365"/>
                      <a:pt x="20612" y="132360"/>
                      <a:pt x="18826" y="130571"/>
                    </a:cubicBezTo>
                    <a:lnTo>
                      <a:pt x="3717" y="115498"/>
                    </a:lnTo>
                    <a:cubicBezTo>
                      <a:pt x="0" y="111779"/>
                      <a:pt x="0" y="105751"/>
                      <a:pt x="3717" y="102032"/>
                    </a:cubicBezTo>
                    <a:lnTo>
                      <a:pt x="43793" y="61920"/>
                    </a:lnTo>
                    <a:lnTo>
                      <a:pt x="13242" y="31392"/>
                    </a:lnTo>
                    <a:cubicBezTo>
                      <a:pt x="11453" y="29606"/>
                      <a:pt x="10448" y="27181"/>
                      <a:pt x="10448" y="24653"/>
                    </a:cubicBezTo>
                    <a:cubicBezTo>
                      <a:pt x="10448" y="22125"/>
                      <a:pt x="11453" y="19701"/>
                      <a:pt x="13242" y="17914"/>
                    </a:cubicBezTo>
                    <a:lnTo>
                      <a:pt x="28315" y="2794"/>
                    </a:lnTo>
                    <a:cubicBezTo>
                      <a:pt x="30102" y="1005"/>
                      <a:pt x="32526" y="0"/>
                      <a:pt x="35054" y="0"/>
                    </a:cubicBezTo>
                    <a:cubicBezTo>
                      <a:pt x="37582" y="0"/>
                      <a:pt x="40006" y="1005"/>
                      <a:pt x="41793" y="2794"/>
                    </a:cubicBezTo>
                    <a:lnTo>
                      <a:pt x="131447" y="92448"/>
                    </a:lnTo>
                    <a:cubicBezTo>
                      <a:pt x="133257" y="94230"/>
                      <a:pt x="134279" y="96661"/>
                      <a:pt x="134288" y="99200"/>
                    </a:cubicBezTo>
                    <a:cubicBezTo>
                      <a:pt x="134297" y="101740"/>
                      <a:pt x="133292" y="104178"/>
                      <a:pt x="131495" y="105973"/>
                    </a:cubicBezTo>
                    <a:close/>
                  </a:path>
                </a:pathLst>
              </a:custGeom>
              <a:solidFill>
                <a:schemeClr val="accent2">
                  <a:alpha val="20000"/>
                </a:schemeClr>
              </a:solidFill>
              <a:ln>
                <a:noFill/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7115154" y="1790700"/>
                <a:ext cx="238154" cy="239999"/>
              </a:xfrm>
              <a:custGeom>
                <a:avLst/>
                <a:gdLst/>
                <a:ahLst/>
                <a:cxnLst/>
                <a:rect l="l" t="t" r="r" b="b"/>
                <a:pathLst>
                  <a:path w="238154" h="239999">
                    <a:moveTo>
                      <a:pt x="228621" y="0"/>
                    </a:moveTo>
                    <a:lnTo>
                      <a:pt x="152421" y="0"/>
                    </a:lnTo>
                    <a:cubicBezTo>
                      <a:pt x="149465" y="0"/>
                      <a:pt x="146676" y="1372"/>
                      <a:pt x="144872" y="3715"/>
                    </a:cubicBezTo>
                    <a:lnTo>
                      <a:pt x="68672" y="102787"/>
                    </a:lnTo>
                    <a:lnTo>
                      <a:pt x="57171" y="91309"/>
                    </a:lnTo>
                    <a:cubicBezTo>
                      <a:pt x="53598" y="87732"/>
                      <a:pt x="48749" y="85722"/>
                      <a:pt x="43693" y="85722"/>
                    </a:cubicBezTo>
                    <a:cubicBezTo>
                      <a:pt x="38637" y="85722"/>
                      <a:pt x="33788" y="87732"/>
                      <a:pt x="30215" y="91309"/>
                    </a:cubicBezTo>
                    <a:lnTo>
                      <a:pt x="15106" y="106430"/>
                    </a:lnTo>
                    <a:cubicBezTo>
                      <a:pt x="11533" y="110003"/>
                      <a:pt x="9525" y="114849"/>
                      <a:pt x="9525" y="119902"/>
                    </a:cubicBezTo>
                    <a:cubicBezTo>
                      <a:pt x="9525" y="124955"/>
                      <a:pt x="11533" y="129801"/>
                      <a:pt x="15106" y="133374"/>
                    </a:cubicBezTo>
                    <a:lnTo>
                      <a:pt x="38919" y="157187"/>
                    </a:lnTo>
                    <a:lnTo>
                      <a:pt x="5581" y="190524"/>
                    </a:lnTo>
                    <a:cubicBezTo>
                      <a:pt x="2008" y="194097"/>
                      <a:pt x="0" y="198943"/>
                      <a:pt x="0" y="203996"/>
                    </a:cubicBezTo>
                    <a:cubicBezTo>
                      <a:pt x="0" y="209049"/>
                      <a:pt x="2008" y="213895"/>
                      <a:pt x="5581" y="217468"/>
                    </a:cubicBezTo>
                    <a:lnTo>
                      <a:pt x="20690" y="232565"/>
                    </a:lnTo>
                    <a:cubicBezTo>
                      <a:pt x="28129" y="239999"/>
                      <a:pt x="40184" y="239999"/>
                      <a:pt x="47622" y="232565"/>
                    </a:cubicBezTo>
                    <a:lnTo>
                      <a:pt x="80960" y="199228"/>
                    </a:lnTo>
                    <a:lnTo>
                      <a:pt x="104772" y="223040"/>
                    </a:lnTo>
                    <a:cubicBezTo>
                      <a:pt x="108345" y="226617"/>
                      <a:pt x="113194" y="228627"/>
                      <a:pt x="118250" y="228627"/>
                    </a:cubicBezTo>
                    <a:cubicBezTo>
                      <a:pt x="123306" y="228627"/>
                      <a:pt x="128155" y="226617"/>
                      <a:pt x="131728" y="223040"/>
                    </a:cubicBezTo>
                    <a:lnTo>
                      <a:pt x="146837" y="207919"/>
                    </a:lnTo>
                    <a:cubicBezTo>
                      <a:pt x="150410" y="204346"/>
                      <a:pt x="152418" y="199500"/>
                      <a:pt x="152418" y="194447"/>
                    </a:cubicBezTo>
                    <a:cubicBezTo>
                      <a:pt x="152418" y="189394"/>
                      <a:pt x="150410" y="184548"/>
                      <a:pt x="146837" y="180975"/>
                    </a:cubicBezTo>
                    <a:lnTo>
                      <a:pt x="135359" y="169498"/>
                    </a:lnTo>
                    <a:lnTo>
                      <a:pt x="234431" y="93298"/>
                    </a:lnTo>
                    <a:cubicBezTo>
                      <a:pt x="236780" y="91489"/>
                      <a:pt x="238154" y="88690"/>
                      <a:pt x="238146" y="85725"/>
                    </a:cubicBezTo>
                    <a:lnTo>
                      <a:pt x="238146" y="9525"/>
                    </a:lnTo>
                    <a:cubicBezTo>
                      <a:pt x="238146" y="4265"/>
                      <a:pt x="233881" y="0"/>
                      <a:pt x="228621" y="0"/>
                    </a:cubicBezTo>
                    <a:close/>
                    <a:moveTo>
                      <a:pt x="34180" y="219075"/>
                    </a:moveTo>
                    <a:lnTo>
                      <a:pt x="19071" y="203978"/>
                    </a:lnTo>
                    <a:lnTo>
                      <a:pt x="52408" y="170641"/>
                    </a:lnTo>
                    <a:lnTo>
                      <a:pt x="67506" y="185738"/>
                    </a:lnTo>
                    <a:close/>
                    <a:moveTo>
                      <a:pt x="118250" y="209550"/>
                    </a:moveTo>
                    <a:lnTo>
                      <a:pt x="28596" y="119908"/>
                    </a:lnTo>
                    <a:lnTo>
                      <a:pt x="43717" y="104775"/>
                    </a:lnTo>
                    <a:lnTo>
                      <a:pt x="133371" y="194441"/>
                    </a:lnTo>
                    <a:close/>
                    <a:moveTo>
                      <a:pt x="219096" y="81034"/>
                    </a:moveTo>
                    <a:lnTo>
                      <a:pt x="121774" y="155901"/>
                    </a:lnTo>
                    <a:lnTo>
                      <a:pt x="108749" y="142875"/>
                    </a:lnTo>
                    <a:lnTo>
                      <a:pt x="168685" y="82939"/>
                    </a:lnTo>
                    <a:cubicBezTo>
                      <a:pt x="172403" y="79217"/>
                      <a:pt x="172401" y="73186"/>
                      <a:pt x="168679" y="69467"/>
                    </a:cubicBezTo>
                    <a:cubicBezTo>
                      <a:pt x="164957" y="65749"/>
                      <a:pt x="158926" y="65751"/>
                      <a:pt x="155207" y="69473"/>
                    </a:cubicBezTo>
                    <a:lnTo>
                      <a:pt x="95271" y="129397"/>
                    </a:lnTo>
                    <a:lnTo>
                      <a:pt x="82257" y="116372"/>
                    </a:lnTo>
                    <a:lnTo>
                      <a:pt x="157112" y="19050"/>
                    </a:lnTo>
                    <a:lnTo>
                      <a:pt x="219096" y="1905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</p:grpSp>
        <p:grpSp>
          <p:nvGrpSpPr>
            <p:cNvPr id="38" name="Group 38"/>
            <p:cNvGrpSpPr/>
            <p:nvPr/>
          </p:nvGrpSpPr>
          <p:grpSpPr>
            <a:xfrm>
              <a:off x="8844334" y="3096278"/>
              <a:ext cx="225888" cy="232338"/>
              <a:chOff x="8844334" y="3096278"/>
              <a:chExt cx="225888" cy="232338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8887033" y="3153317"/>
                <a:ext cx="157936" cy="132808"/>
              </a:xfrm>
              <a:custGeom>
                <a:avLst/>
                <a:gdLst/>
                <a:ahLst/>
                <a:cxnLst/>
                <a:rect l="l" t="t" r="r" b="b"/>
                <a:pathLst>
                  <a:path w="157936" h="132808">
                    <a:moveTo>
                      <a:pt x="157936" y="57382"/>
                    </a:moveTo>
                    <a:lnTo>
                      <a:pt x="85782" y="130370"/>
                    </a:lnTo>
                    <a:cubicBezTo>
                      <a:pt x="84220" y="131931"/>
                      <a:pt x="82103" y="132807"/>
                      <a:pt x="79895" y="132808"/>
                    </a:cubicBezTo>
                    <a:lnTo>
                      <a:pt x="0" y="132808"/>
                    </a:lnTo>
                    <a:lnTo>
                      <a:pt x="0" y="52913"/>
                    </a:lnTo>
                    <a:cubicBezTo>
                      <a:pt x="1" y="50705"/>
                      <a:pt x="878" y="48588"/>
                      <a:pt x="2438" y="47027"/>
                    </a:cubicBezTo>
                    <a:lnTo>
                      <a:pt x="50006" y="0"/>
                    </a:lnTo>
                    <a:lnTo>
                      <a:pt x="50006" y="82802"/>
                    </a:lnTo>
                    <a:lnTo>
                      <a:pt x="75009" y="57799"/>
                    </a:lnTo>
                    <a:close/>
                  </a:path>
                </a:pathLst>
              </a:custGeom>
              <a:solidFill>
                <a:schemeClr val="accent2">
                  <a:alpha val="20000"/>
                </a:schemeClr>
              </a:solidFill>
              <a:ln>
                <a:noFill/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8844334" y="3096278"/>
                <a:ext cx="225888" cy="232338"/>
              </a:xfrm>
              <a:custGeom>
                <a:avLst/>
                <a:gdLst/>
                <a:ahLst/>
                <a:cxnLst/>
                <a:rect l="l" t="t" r="r" b="b"/>
                <a:pathLst>
                  <a:path w="225888" h="232338">
                    <a:moveTo>
                      <a:pt x="206344" y="26025"/>
                    </a:moveTo>
                    <a:cubicBezTo>
                      <a:pt x="180309" y="0"/>
                      <a:pt x="138108" y="0"/>
                      <a:pt x="112072" y="26025"/>
                    </a:cubicBezTo>
                    <a:lnTo>
                      <a:pt x="39042" y="98169"/>
                    </a:lnTo>
                    <a:cubicBezTo>
                      <a:pt x="35906" y="101287"/>
                      <a:pt x="34147" y="105529"/>
                      <a:pt x="34156" y="109952"/>
                    </a:cubicBezTo>
                    <a:lnTo>
                      <a:pt x="34156" y="186399"/>
                    </a:lnTo>
                    <a:lnTo>
                      <a:pt x="3257" y="217288"/>
                    </a:lnTo>
                    <a:cubicBezTo>
                      <a:pt x="0" y="220545"/>
                      <a:pt x="0" y="225825"/>
                      <a:pt x="3257" y="229081"/>
                    </a:cubicBezTo>
                    <a:cubicBezTo>
                      <a:pt x="6513" y="232338"/>
                      <a:pt x="11793" y="232338"/>
                      <a:pt x="15050" y="229081"/>
                    </a:cubicBezTo>
                    <a:lnTo>
                      <a:pt x="45949" y="198181"/>
                    </a:lnTo>
                    <a:lnTo>
                      <a:pt x="122396" y="198181"/>
                    </a:lnTo>
                    <a:cubicBezTo>
                      <a:pt x="126813" y="198189"/>
                      <a:pt x="131050" y="196434"/>
                      <a:pt x="134169" y="193306"/>
                    </a:cubicBezTo>
                    <a:lnTo>
                      <a:pt x="134169" y="193306"/>
                    </a:lnTo>
                    <a:lnTo>
                      <a:pt x="206292" y="120380"/>
                    </a:lnTo>
                    <a:cubicBezTo>
                      <a:pt x="218823" y="107880"/>
                      <a:pt x="225869" y="90912"/>
                      <a:pt x="225879" y="73213"/>
                    </a:cubicBezTo>
                    <a:cubicBezTo>
                      <a:pt x="225888" y="55514"/>
                      <a:pt x="218861" y="38538"/>
                      <a:pt x="206344" y="26025"/>
                    </a:cubicBezTo>
                    <a:close/>
                    <a:moveTo>
                      <a:pt x="123824" y="37807"/>
                    </a:moveTo>
                    <a:cubicBezTo>
                      <a:pt x="142968" y="18655"/>
                      <a:pt x="173878" y="18221"/>
                      <a:pt x="193552" y="36828"/>
                    </a:cubicBezTo>
                    <a:cubicBezTo>
                      <a:pt x="213226" y="55436"/>
                      <a:pt x="214514" y="86323"/>
                      <a:pt x="196458" y="106503"/>
                    </a:cubicBezTo>
                    <a:lnTo>
                      <a:pt x="137638" y="106503"/>
                    </a:lnTo>
                    <a:lnTo>
                      <a:pt x="173424" y="70728"/>
                    </a:lnTo>
                    <a:cubicBezTo>
                      <a:pt x="176680" y="67471"/>
                      <a:pt x="176680" y="62191"/>
                      <a:pt x="173424" y="58935"/>
                    </a:cubicBezTo>
                    <a:cubicBezTo>
                      <a:pt x="170167" y="55678"/>
                      <a:pt x="164887" y="55678"/>
                      <a:pt x="161631" y="58935"/>
                    </a:cubicBezTo>
                    <a:lnTo>
                      <a:pt x="100831" y="119724"/>
                    </a:lnTo>
                    <a:lnTo>
                      <a:pt x="100831" y="60529"/>
                    </a:lnTo>
                    <a:close/>
                    <a:moveTo>
                      <a:pt x="50825" y="109993"/>
                    </a:moveTo>
                    <a:lnTo>
                      <a:pt x="84163" y="77000"/>
                    </a:lnTo>
                    <a:lnTo>
                      <a:pt x="84163" y="136382"/>
                    </a:lnTo>
                    <a:lnTo>
                      <a:pt x="50825" y="169720"/>
                    </a:lnTo>
                    <a:close/>
                    <a:moveTo>
                      <a:pt x="122396" y="181513"/>
                    </a:moveTo>
                    <a:lnTo>
                      <a:pt x="62618" y="181513"/>
                    </a:lnTo>
                    <a:lnTo>
                      <a:pt x="120959" y="123172"/>
                    </a:lnTo>
                    <a:lnTo>
                      <a:pt x="180070" y="123172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</p:grpSp>
        <p:grpSp>
          <p:nvGrpSpPr>
            <p:cNvPr id="41" name="Group 41"/>
            <p:cNvGrpSpPr/>
            <p:nvPr/>
          </p:nvGrpSpPr>
          <p:grpSpPr>
            <a:xfrm>
              <a:off x="10733484" y="3471424"/>
              <a:ext cx="250031" cy="209988"/>
              <a:chOff x="10733484" y="3471424"/>
              <a:chExt cx="250031" cy="209988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10766822" y="3481381"/>
                <a:ext cx="183356" cy="191697"/>
              </a:xfrm>
              <a:custGeom>
                <a:avLst/>
                <a:gdLst/>
                <a:ahLst/>
                <a:cxnLst/>
                <a:rect l="l" t="t" r="r" b="b"/>
                <a:pathLst>
                  <a:path w="183356" h="191697">
                    <a:moveTo>
                      <a:pt x="183356" y="88236"/>
                    </a:moveTo>
                    <a:lnTo>
                      <a:pt x="183356" y="191697"/>
                    </a:lnTo>
                    <a:lnTo>
                      <a:pt x="116681" y="191697"/>
                    </a:lnTo>
                    <a:lnTo>
                      <a:pt x="116681" y="125022"/>
                    </a:lnTo>
                    <a:lnTo>
                      <a:pt x="66675" y="125022"/>
                    </a:lnTo>
                    <a:lnTo>
                      <a:pt x="66675" y="191697"/>
                    </a:lnTo>
                    <a:lnTo>
                      <a:pt x="0" y="191697"/>
                    </a:lnTo>
                    <a:lnTo>
                      <a:pt x="0" y="88236"/>
                    </a:lnTo>
                    <a:lnTo>
                      <a:pt x="85782" y="2444"/>
                    </a:lnTo>
                    <a:cubicBezTo>
                      <a:pt x="87345" y="879"/>
                      <a:pt x="89466" y="0"/>
                      <a:pt x="91678" y="0"/>
                    </a:cubicBezTo>
                    <a:cubicBezTo>
                      <a:pt x="93890" y="0"/>
                      <a:pt x="96011" y="879"/>
                      <a:pt x="97575" y="2444"/>
                    </a:cubicBezTo>
                    <a:close/>
                  </a:path>
                </a:pathLst>
              </a:custGeom>
              <a:solidFill>
                <a:schemeClr val="accent2">
                  <a:alpha val="20000"/>
                </a:schemeClr>
              </a:solidFill>
              <a:ln>
                <a:noFill/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10733484" y="3471424"/>
                <a:ext cx="250031" cy="209988"/>
              </a:xfrm>
              <a:custGeom>
                <a:avLst/>
                <a:gdLst/>
                <a:ahLst/>
                <a:cxnLst/>
                <a:rect l="l" t="t" r="r" b="b"/>
                <a:pathLst>
                  <a:path w="250031" h="209988">
                    <a:moveTo>
                      <a:pt x="241697" y="193319"/>
                    </a:moveTo>
                    <a:lnTo>
                      <a:pt x="225028" y="193319"/>
                    </a:lnTo>
                    <a:lnTo>
                      <a:pt x="225028" y="118310"/>
                    </a:lnTo>
                    <a:lnTo>
                      <a:pt x="227466" y="120748"/>
                    </a:lnTo>
                    <a:cubicBezTo>
                      <a:pt x="230728" y="124004"/>
                      <a:pt x="236013" y="124000"/>
                      <a:pt x="239269" y="120737"/>
                    </a:cubicBezTo>
                    <a:cubicBezTo>
                      <a:pt x="242526" y="117475"/>
                      <a:pt x="242521" y="112190"/>
                      <a:pt x="239259" y="108934"/>
                    </a:cubicBezTo>
                    <a:lnTo>
                      <a:pt x="136798" y="6504"/>
                    </a:lnTo>
                    <a:cubicBezTo>
                      <a:pt x="130290" y="0"/>
                      <a:pt x="119742" y="0"/>
                      <a:pt x="113233" y="6504"/>
                    </a:cubicBezTo>
                    <a:lnTo>
                      <a:pt x="10772" y="108934"/>
                    </a:lnTo>
                    <a:cubicBezTo>
                      <a:pt x="7518" y="112190"/>
                      <a:pt x="7521" y="117468"/>
                      <a:pt x="10777" y="120722"/>
                    </a:cubicBezTo>
                    <a:cubicBezTo>
                      <a:pt x="14034" y="123976"/>
                      <a:pt x="19312" y="123973"/>
                      <a:pt x="22565" y="120717"/>
                    </a:cubicBezTo>
                    <a:lnTo>
                      <a:pt x="25003" y="118310"/>
                    </a:lnTo>
                    <a:lnTo>
                      <a:pt x="25003" y="193319"/>
                    </a:lnTo>
                    <a:lnTo>
                      <a:pt x="8334" y="193319"/>
                    </a:lnTo>
                    <a:cubicBezTo>
                      <a:pt x="3731" y="193319"/>
                      <a:pt x="0" y="197051"/>
                      <a:pt x="0" y="201654"/>
                    </a:cubicBezTo>
                    <a:cubicBezTo>
                      <a:pt x="0" y="206257"/>
                      <a:pt x="3731" y="209988"/>
                      <a:pt x="8334" y="209988"/>
                    </a:cubicBezTo>
                    <a:lnTo>
                      <a:pt x="241697" y="209988"/>
                    </a:lnTo>
                    <a:cubicBezTo>
                      <a:pt x="246300" y="209988"/>
                      <a:pt x="250031" y="206257"/>
                      <a:pt x="250031" y="201654"/>
                    </a:cubicBezTo>
                    <a:cubicBezTo>
                      <a:pt x="250031" y="197051"/>
                      <a:pt x="246300" y="193319"/>
                      <a:pt x="241697" y="193319"/>
                    </a:cubicBezTo>
                    <a:close/>
                    <a:moveTo>
                      <a:pt x="41672" y="101641"/>
                    </a:moveTo>
                    <a:lnTo>
                      <a:pt x="125016" y="18298"/>
                    </a:lnTo>
                    <a:lnTo>
                      <a:pt x="208359" y="101641"/>
                    </a:lnTo>
                    <a:lnTo>
                      <a:pt x="208359" y="193319"/>
                    </a:lnTo>
                    <a:lnTo>
                      <a:pt x="158353" y="193319"/>
                    </a:lnTo>
                    <a:lnTo>
                      <a:pt x="158353" y="134979"/>
                    </a:lnTo>
                    <a:cubicBezTo>
                      <a:pt x="158353" y="130376"/>
                      <a:pt x="154622" y="126644"/>
                      <a:pt x="150019" y="126644"/>
                    </a:cubicBezTo>
                    <a:lnTo>
                      <a:pt x="100012" y="126644"/>
                    </a:lnTo>
                    <a:cubicBezTo>
                      <a:pt x="95410" y="126644"/>
                      <a:pt x="91678" y="130376"/>
                      <a:pt x="91678" y="134979"/>
                    </a:cubicBezTo>
                    <a:lnTo>
                      <a:pt x="91678" y="193319"/>
                    </a:lnTo>
                    <a:lnTo>
                      <a:pt x="41672" y="193319"/>
                    </a:lnTo>
                    <a:close/>
                    <a:moveTo>
                      <a:pt x="141684" y="193319"/>
                    </a:moveTo>
                    <a:lnTo>
                      <a:pt x="108347" y="193319"/>
                    </a:lnTo>
                    <a:lnTo>
                      <a:pt x="108347" y="143313"/>
                    </a:lnTo>
                    <a:lnTo>
                      <a:pt x="141684" y="143313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</p:grpSp>
        <p:grpSp>
          <p:nvGrpSpPr>
            <p:cNvPr id="48" name="beat-labels"/>
            <p:cNvGrpSpPr/>
            <p:nvPr/>
          </p:nvGrpSpPr>
          <p:grpSpPr>
            <a:xfrm>
              <a:off x="1082040" y="4301490"/>
              <a:ext cx="10270236" cy="352044"/>
              <a:chOff x="1082040" y="4301490"/>
              <a:chExt cx="10270236" cy="352044"/>
            </a:xfrm>
          </p:grpSpPr>
          <p:sp>
            <p:nvSpPr>
              <p:cNvPr id="42" name="TextBox 42"/>
              <p:cNvSpPr txBox="1"/>
              <p:nvPr/>
            </p:nvSpPr>
            <p:spPr>
              <a:xfrm>
                <a:off x="1082040" y="4301490"/>
                <a:ext cx="50292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序幕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2987040" y="4301490"/>
                <a:ext cx="50292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调查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4649724" y="4301490"/>
                <a:ext cx="98755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证人事件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6665000" y="4301490"/>
                <a:ext cx="1148001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Boss 试炼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8338566" y="4301490"/>
                <a:ext cx="122986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非战斗结尾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10364724" y="4301490"/>
                <a:ext cx="98755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回到据点</a:t>
                </a:r>
              </a:p>
            </p:txBody>
          </p:sp>
        </p:grpSp>
      </p:grpSp>
      <p:grpSp>
        <p:nvGrpSpPr>
          <p:cNvPr id="56" name="beat-notes"/>
          <p:cNvGrpSpPr/>
          <p:nvPr/>
        </p:nvGrpSpPr>
        <p:grpSpPr>
          <a:xfrm>
            <a:off x="963168" y="4673918"/>
            <a:ext cx="10265664" cy="264033"/>
            <a:chOff x="963168" y="4673918"/>
            <a:chExt cx="10265664" cy="264033"/>
          </a:xfrm>
        </p:grpSpPr>
        <p:sp>
          <p:nvSpPr>
            <p:cNvPr id="50" name="TextBox 50"/>
            <p:cNvSpPr txBox="1"/>
            <p:nvPr/>
          </p:nvSpPr>
          <p:spPr>
            <a:xfrm>
              <a:off x="963168" y="46739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进入区域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2581932" y="4673918"/>
              <a:ext cx="13131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走图 · 收集证据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4500562" y="467391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与关键角色对话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777799" y="467391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试炼卡登场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492300" y="467391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对话与选择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0488168" y="46739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整理牌组</a:t>
              </a:r>
            </a:p>
          </p:txBody>
        </p:sp>
      </p:grpSp>
      <p:grpSp>
        <p:nvGrpSpPr>
          <p:cNvPr id="64" name="style-note"/>
          <p:cNvGrpSpPr/>
          <p:nvPr/>
        </p:nvGrpSpPr>
        <p:grpSpPr>
          <a:xfrm>
            <a:off x="609600" y="5181600"/>
            <a:ext cx="5334000" cy="1066800"/>
            <a:chOff x="609600" y="5181600"/>
            <a:chExt cx="5334000" cy="1066800"/>
          </a:xfrm>
        </p:grpSpPr>
        <p:sp>
          <p:nvSpPr>
            <p:cNvPr id="57" name="Rectangle 57"/>
            <p:cNvSpPr/>
            <p:nvPr/>
          </p:nvSpPr>
          <p:spPr>
            <a:xfrm>
              <a:off x="609600" y="5181600"/>
              <a:ext cx="5334000" cy="1066800"/>
            </a:xfrm>
            <a:prstGeom prst="roundRect">
              <a:avLst>
                <a:gd name="adj" fmla="val 8929"/>
              </a:avLst>
            </a:prstGeom>
            <a:solidFill>
              <a:schemeClr val="accent5">
                <a:alpha val="60000"/>
              </a:schemeClr>
            </a:solidFill>
            <a:ln w="14288">
              <a:solidFill>
                <a:srgbClr val="3B4670"/>
              </a:solidFill>
            </a:ln>
          </p:spPr>
        </p:sp>
        <p:sp>
          <p:nvSpPr>
            <p:cNvPr id="58" name="Rectangle 58"/>
            <p:cNvSpPr/>
            <p:nvPr/>
          </p:nvSpPr>
          <p:spPr>
            <a:xfrm>
              <a:off x="609600" y="5181600"/>
              <a:ext cx="57150" cy="1066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grpSp>
          <p:nvGrpSpPr>
            <p:cNvPr id="61" name="Group 61"/>
            <p:cNvGrpSpPr/>
            <p:nvPr/>
          </p:nvGrpSpPr>
          <p:grpSpPr>
            <a:xfrm>
              <a:off x="884634" y="5405438"/>
              <a:ext cx="233362" cy="200025"/>
              <a:chOff x="884634" y="5405438"/>
              <a:chExt cx="233362" cy="200025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917972" y="5413772"/>
                <a:ext cx="166688" cy="183356"/>
              </a:xfrm>
              <a:custGeom>
                <a:avLst/>
                <a:gdLst/>
                <a:ahLst/>
                <a:cxnLst/>
                <a:rect l="l" t="t" r="r" b="b"/>
                <a:pathLst>
                  <a:path w="166688" h="183356">
                    <a:moveTo>
                      <a:pt x="166688" y="141684"/>
                    </a:moveTo>
                    <a:lnTo>
                      <a:pt x="66675" y="141684"/>
                    </a:lnTo>
                    <a:cubicBezTo>
                      <a:pt x="66675" y="141684"/>
                      <a:pt x="75009" y="147935"/>
                      <a:pt x="75009" y="158353"/>
                    </a:cubicBezTo>
                    <a:cubicBezTo>
                      <a:pt x="75009" y="172162"/>
                      <a:pt x="63815" y="183356"/>
                      <a:pt x="50006" y="183356"/>
                    </a:cubicBezTo>
                    <a:cubicBezTo>
                      <a:pt x="36197" y="183356"/>
                      <a:pt x="25003" y="172162"/>
                      <a:pt x="25003" y="158353"/>
                    </a:cubicBezTo>
                    <a:lnTo>
                      <a:pt x="25003" y="25003"/>
                    </a:lnTo>
                    <a:cubicBezTo>
                      <a:pt x="25003" y="11194"/>
                      <a:pt x="13809" y="0"/>
                      <a:pt x="0" y="0"/>
                    </a:cubicBezTo>
                    <a:lnTo>
                      <a:pt x="141684" y="0"/>
                    </a:lnTo>
                    <a:cubicBezTo>
                      <a:pt x="155493" y="0"/>
                      <a:pt x="166688" y="11194"/>
                      <a:pt x="166688" y="25003"/>
                    </a:cubicBezTo>
                    <a:close/>
                  </a:path>
                </a:pathLst>
              </a:custGeom>
              <a:solidFill>
                <a:schemeClr val="accent2">
                  <a:alpha val="20000"/>
                </a:schemeClr>
              </a:solidFill>
              <a:ln>
                <a:noFill/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884634" y="5405438"/>
                <a:ext cx="233362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33362" h="200025">
                    <a:moveTo>
                      <a:pt x="91678" y="75009"/>
                    </a:moveTo>
                    <a:cubicBezTo>
                      <a:pt x="91678" y="70406"/>
                      <a:pt x="95410" y="66675"/>
                      <a:pt x="100012" y="66675"/>
                    </a:cubicBezTo>
                    <a:lnTo>
                      <a:pt x="166688" y="66675"/>
                    </a:lnTo>
                    <a:cubicBezTo>
                      <a:pt x="171290" y="66675"/>
                      <a:pt x="175022" y="70406"/>
                      <a:pt x="175022" y="75009"/>
                    </a:cubicBezTo>
                    <a:cubicBezTo>
                      <a:pt x="175022" y="79612"/>
                      <a:pt x="171290" y="83344"/>
                      <a:pt x="166688" y="83344"/>
                    </a:cubicBezTo>
                    <a:lnTo>
                      <a:pt x="100012" y="83344"/>
                    </a:lnTo>
                    <a:cubicBezTo>
                      <a:pt x="95410" y="83344"/>
                      <a:pt x="91678" y="79612"/>
                      <a:pt x="91678" y="75009"/>
                    </a:cubicBezTo>
                    <a:close/>
                    <a:moveTo>
                      <a:pt x="100012" y="116681"/>
                    </a:moveTo>
                    <a:lnTo>
                      <a:pt x="166688" y="116681"/>
                    </a:lnTo>
                    <a:cubicBezTo>
                      <a:pt x="171290" y="116681"/>
                      <a:pt x="175022" y="112950"/>
                      <a:pt x="175022" y="108347"/>
                    </a:cubicBezTo>
                    <a:cubicBezTo>
                      <a:pt x="175022" y="103744"/>
                      <a:pt x="171290" y="100012"/>
                      <a:pt x="166688" y="100012"/>
                    </a:cubicBezTo>
                    <a:lnTo>
                      <a:pt x="100012" y="100012"/>
                    </a:lnTo>
                    <a:cubicBezTo>
                      <a:pt x="95410" y="100012"/>
                      <a:pt x="91678" y="103744"/>
                      <a:pt x="91678" y="108347"/>
                    </a:cubicBezTo>
                    <a:cubicBezTo>
                      <a:pt x="91678" y="112950"/>
                      <a:pt x="95410" y="116681"/>
                      <a:pt x="100012" y="116681"/>
                    </a:cubicBezTo>
                    <a:close/>
                    <a:moveTo>
                      <a:pt x="233362" y="166688"/>
                    </a:moveTo>
                    <a:cubicBezTo>
                      <a:pt x="233362" y="185099"/>
                      <a:pt x="218437" y="200025"/>
                      <a:pt x="200025" y="200025"/>
                    </a:cubicBezTo>
                    <a:lnTo>
                      <a:pt x="83344" y="200025"/>
                    </a:lnTo>
                    <a:cubicBezTo>
                      <a:pt x="64932" y="200025"/>
                      <a:pt x="50006" y="185099"/>
                      <a:pt x="50006" y="166688"/>
                    </a:cubicBezTo>
                    <a:lnTo>
                      <a:pt x="50006" y="33338"/>
                    </a:lnTo>
                    <a:cubicBezTo>
                      <a:pt x="50006" y="24132"/>
                      <a:pt x="42543" y="16669"/>
                      <a:pt x="33338" y="16669"/>
                    </a:cubicBezTo>
                    <a:cubicBezTo>
                      <a:pt x="24132" y="16669"/>
                      <a:pt x="16669" y="24132"/>
                      <a:pt x="16669" y="33338"/>
                    </a:cubicBezTo>
                    <a:cubicBezTo>
                      <a:pt x="16669" y="39317"/>
                      <a:pt x="21701" y="43360"/>
                      <a:pt x="21753" y="43401"/>
                    </a:cubicBezTo>
                    <a:lnTo>
                      <a:pt x="21753" y="43401"/>
                    </a:lnTo>
                    <a:cubicBezTo>
                      <a:pt x="24581" y="45578"/>
                      <a:pt x="25709" y="49313"/>
                      <a:pt x="24560" y="52691"/>
                    </a:cubicBezTo>
                    <a:cubicBezTo>
                      <a:pt x="23410" y="56070"/>
                      <a:pt x="20237" y="58341"/>
                      <a:pt x="16669" y="58341"/>
                    </a:cubicBezTo>
                    <a:cubicBezTo>
                      <a:pt x="14866" y="58344"/>
                      <a:pt x="13113" y="57754"/>
                      <a:pt x="11679" y="56663"/>
                    </a:cubicBezTo>
                    <a:lnTo>
                      <a:pt x="11679" y="56663"/>
                    </a:lnTo>
                    <a:cubicBezTo>
                      <a:pt x="10470" y="55778"/>
                      <a:pt x="0" y="47516"/>
                      <a:pt x="0" y="33338"/>
                    </a:cubicBezTo>
                    <a:cubicBezTo>
                      <a:pt x="0" y="14926"/>
                      <a:pt x="14926" y="0"/>
                      <a:pt x="33338" y="0"/>
                    </a:cubicBezTo>
                    <a:lnTo>
                      <a:pt x="175022" y="0"/>
                    </a:lnTo>
                    <a:cubicBezTo>
                      <a:pt x="193434" y="0"/>
                      <a:pt x="208359" y="14926"/>
                      <a:pt x="208359" y="33338"/>
                    </a:cubicBezTo>
                    <a:lnTo>
                      <a:pt x="208359" y="141684"/>
                    </a:lnTo>
                    <a:lnTo>
                      <a:pt x="216694" y="141684"/>
                    </a:lnTo>
                    <a:cubicBezTo>
                      <a:pt x="218497" y="141684"/>
                      <a:pt x="220252" y="142269"/>
                      <a:pt x="221694" y="143351"/>
                    </a:cubicBezTo>
                    <a:cubicBezTo>
                      <a:pt x="222945" y="144247"/>
                      <a:pt x="233362" y="152509"/>
                      <a:pt x="233362" y="166688"/>
                    </a:cubicBezTo>
                    <a:close/>
                    <a:moveTo>
                      <a:pt x="91949" y="147393"/>
                    </a:moveTo>
                    <a:cubicBezTo>
                      <a:pt x="93117" y="143945"/>
                      <a:pt x="96372" y="141641"/>
                      <a:pt x="100012" y="141684"/>
                    </a:cubicBezTo>
                    <a:lnTo>
                      <a:pt x="191691" y="141684"/>
                    </a:lnTo>
                    <a:lnTo>
                      <a:pt x="191691" y="33338"/>
                    </a:lnTo>
                    <a:cubicBezTo>
                      <a:pt x="191691" y="24132"/>
                      <a:pt x="184228" y="16669"/>
                      <a:pt x="175022" y="16669"/>
                    </a:cubicBezTo>
                    <a:lnTo>
                      <a:pt x="62185" y="16669"/>
                    </a:lnTo>
                    <a:cubicBezTo>
                      <a:pt x="65133" y="21729"/>
                      <a:pt x="66682" y="27481"/>
                      <a:pt x="66675" y="33338"/>
                    </a:cubicBezTo>
                    <a:lnTo>
                      <a:pt x="66675" y="166688"/>
                    </a:lnTo>
                    <a:cubicBezTo>
                      <a:pt x="66675" y="175893"/>
                      <a:pt x="74138" y="183356"/>
                      <a:pt x="83344" y="183356"/>
                    </a:cubicBezTo>
                    <a:cubicBezTo>
                      <a:pt x="92550" y="183356"/>
                      <a:pt x="100012" y="175893"/>
                      <a:pt x="100012" y="166688"/>
                    </a:cubicBezTo>
                    <a:cubicBezTo>
                      <a:pt x="100012" y="160708"/>
                      <a:pt x="94981" y="156665"/>
                      <a:pt x="94929" y="156624"/>
                    </a:cubicBezTo>
                    <a:cubicBezTo>
                      <a:pt x="92012" y="154538"/>
                      <a:pt x="90803" y="150791"/>
                      <a:pt x="91949" y="147393"/>
                    </a:cubicBezTo>
                    <a:close/>
                    <a:moveTo>
                      <a:pt x="216694" y="166688"/>
                    </a:moveTo>
                    <a:cubicBezTo>
                      <a:pt x="216590" y="163600"/>
                      <a:pt x="215398" y="160648"/>
                      <a:pt x="213329" y="158353"/>
                    </a:cubicBezTo>
                    <a:lnTo>
                      <a:pt x="115400" y="158353"/>
                    </a:lnTo>
                    <a:cubicBezTo>
                      <a:pt x="116238" y="161052"/>
                      <a:pt x="116662" y="163862"/>
                      <a:pt x="116660" y="166688"/>
                    </a:cubicBezTo>
                    <a:cubicBezTo>
                      <a:pt x="116668" y="172541"/>
                      <a:pt x="115126" y="178292"/>
                      <a:pt x="112191" y="183356"/>
                    </a:cubicBezTo>
                    <a:lnTo>
                      <a:pt x="200025" y="183356"/>
                    </a:lnTo>
                    <a:cubicBezTo>
                      <a:pt x="209231" y="183356"/>
                      <a:pt x="216694" y="175893"/>
                      <a:pt x="216694" y="166688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</p:grpSp>
        <p:sp>
          <p:nvSpPr>
            <p:cNvPr id="62" name="TextBox 62"/>
            <p:cNvSpPr txBox="1"/>
            <p:nvPr/>
          </p:nvSpPr>
          <p:spPr>
            <a:xfrm>
              <a:off x="1248156" y="5396865"/>
              <a:ext cx="296242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叙事风格 · 以证据拼出真相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869442" y="5855018"/>
              <a:ext cx="38301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不靠长篇旁白，真相由玩家从记录与证词中拼合</a:t>
              </a:r>
            </a:p>
          </p:txBody>
        </p:sp>
      </p:grpSp>
      <p:grpSp>
        <p:nvGrpSpPr>
          <p:cNvPr id="72" name="echo-note"/>
          <p:cNvGrpSpPr/>
          <p:nvPr/>
        </p:nvGrpSpPr>
        <p:grpSpPr>
          <a:xfrm>
            <a:off x="6248400" y="5181600"/>
            <a:ext cx="5334000" cy="1066800"/>
            <a:chOff x="6248400" y="5181600"/>
            <a:chExt cx="5334000" cy="1066800"/>
          </a:xfrm>
        </p:grpSpPr>
        <p:sp>
          <p:nvSpPr>
            <p:cNvPr id="65" name="Rectangle 65"/>
            <p:cNvSpPr/>
            <p:nvPr/>
          </p:nvSpPr>
          <p:spPr>
            <a:xfrm>
              <a:off x="6248400" y="5181600"/>
              <a:ext cx="5334000" cy="1066800"/>
            </a:xfrm>
            <a:prstGeom prst="roundRect">
              <a:avLst>
                <a:gd name="adj" fmla="val 8929"/>
              </a:avLst>
            </a:prstGeom>
            <a:solidFill>
              <a:schemeClr val="accent5">
                <a:alpha val="60000"/>
              </a:schemeClr>
            </a:solidFill>
            <a:ln w="14288">
              <a:solidFill>
                <a:srgbClr val="3B4670"/>
              </a:solidFill>
            </a:ln>
          </p:spPr>
        </p:sp>
        <p:sp>
          <p:nvSpPr>
            <p:cNvPr id="66" name="Rectangle 66"/>
            <p:cNvSpPr/>
            <p:nvPr/>
          </p:nvSpPr>
          <p:spPr>
            <a:xfrm>
              <a:off x="6248400" y="5181600"/>
              <a:ext cx="57150" cy="1066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69" name="Group 69"/>
            <p:cNvGrpSpPr/>
            <p:nvPr/>
          </p:nvGrpSpPr>
          <p:grpSpPr>
            <a:xfrm>
              <a:off x="6531769" y="5397601"/>
              <a:ext cx="216699" cy="207925"/>
              <a:chOff x="6531769" y="5397601"/>
              <a:chExt cx="216699" cy="207925"/>
            </a:xfrm>
          </p:grpSpPr>
          <p:sp>
            <p:nvSpPr>
              <p:cNvPr id="67" name="Freeform 67"/>
              <p:cNvSpPr/>
              <p:nvPr/>
            </p:nvSpPr>
            <p:spPr>
              <a:xfrm>
                <a:off x="6556772" y="5413772"/>
                <a:ext cx="183356" cy="183356"/>
              </a:xfrm>
              <a:custGeom>
                <a:avLst/>
                <a:gdLst/>
                <a:ahLst/>
                <a:cxnLst/>
                <a:rect l="l" t="t" r="r" b="b"/>
                <a:pathLst>
                  <a:path w="183356" h="183356">
                    <a:moveTo>
                      <a:pt x="183356" y="91678"/>
                    </a:moveTo>
                    <a:cubicBezTo>
                      <a:pt x="183356" y="142311"/>
                      <a:pt x="142311" y="183356"/>
                      <a:pt x="91678" y="183356"/>
                    </a:cubicBezTo>
                    <a:cubicBezTo>
                      <a:pt x="41046" y="183356"/>
                      <a:pt x="0" y="142311"/>
                      <a:pt x="0" y="91678"/>
                    </a:cubicBezTo>
                    <a:cubicBezTo>
                      <a:pt x="0" y="41046"/>
                      <a:pt x="41046" y="0"/>
                      <a:pt x="91678" y="0"/>
                    </a:cubicBezTo>
                    <a:cubicBezTo>
                      <a:pt x="142311" y="0"/>
                      <a:pt x="183356" y="41046"/>
                      <a:pt x="183356" y="91678"/>
                    </a:cubicBezTo>
                    <a:close/>
                  </a:path>
                </a:pathLst>
              </a:custGeom>
              <a:solidFill>
                <a:schemeClr val="accent1">
                  <a:alpha val="20000"/>
                </a:schemeClr>
              </a:solidFill>
              <a:ln>
                <a:noFill/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6531769" y="5397601"/>
                <a:ext cx="216699" cy="207925"/>
              </a:xfrm>
              <a:custGeom>
                <a:avLst/>
                <a:gdLst/>
                <a:ahLst/>
                <a:cxnLst/>
                <a:rect l="l" t="t" r="r" b="b"/>
                <a:pathLst>
                  <a:path w="216699" h="207925">
                    <a:moveTo>
                      <a:pt x="216694" y="107849"/>
                    </a:moveTo>
                    <a:cubicBezTo>
                      <a:pt x="216699" y="162564"/>
                      <a:pt x="172735" y="207126"/>
                      <a:pt x="118025" y="207862"/>
                    </a:cubicBezTo>
                    <a:lnTo>
                      <a:pt x="116681" y="207862"/>
                    </a:lnTo>
                    <a:cubicBezTo>
                      <a:pt x="91139" y="207925"/>
                      <a:pt x="66553" y="198151"/>
                      <a:pt x="48027" y="180567"/>
                    </a:cubicBezTo>
                    <a:cubicBezTo>
                      <a:pt x="44681" y="177402"/>
                      <a:pt x="44534" y="172124"/>
                      <a:pt x="47699" y="168779"/>
                    </a:cubicBezTo>
                    <a:cubicBezTo>
                      <a:pt x="50863" y="165433"/>
                      <a:pt x="56141" y="165286"/>
                      <a:pt x="59487" y="168451"/>
                    </a:cubicBezTo>
                    <a:cubicBezTo>
                      <a:pt x="92741" y="199812"/>
                      <a:pt x="145050" y="198537"/>
                      <a:pt x="176737" y="165592"/>
                    </a:cubicBezTo>
                    <a:cubicBezTo>
                      <a:pt x="208424" y="132647"/>
                      <a:pt x="207663" y="80328"/>
                      <a:pt x="175031" y="48319"/>
                    </a:cubicBezTo>
                    <a:cubicBezTo>
                      <a:pt x="142399" y="16310"/>
                      <a:pt x="90075" y="16557"/>
                      <a:pt x="57747" y="48873"/>
                    </a:cubicBezTo>
                    <a:cubicBezTo>
                      <a:pt x="57662" y="48965"/>
                      <a:pt x="57571" y="49052"/>
                      <a:pt x="57476" y="49134"/>
                    </a:cubicBezTo>
                    <a:lnTo>
                      <a:pt x="29785" y="74512"/>
                    </a:lnTo>
                    <a:lnTo>
                      <a:pt x="58341" y="74512"/>
                    </a:lnTo>
                    <a:cubicBezTo>
                      <a:pt x="62944" y="74512"/>
                      <a:pt x="66675" y="78243"/>
                      <a:pt x="66675" y="82846"/>
                    </a:cubicBezTo>
                    <a:cubicBezTo>
                      <a:pt x="66675" y="87449"/>
                      <a:pt x="62944" y="91180"/>
                      <a:pt x="58341" y="91180"/>
                    </a:cubicBezTo>
                    <a:lnTo>
                      <a:pt x="8334" y="91180"/>
                    </a:lnTo>
                    <a:cubicBezTo>
                      <a:pt x="3731" y="91180"/>
                      <a:pt x="0" y="87449"/>
                      <a:pt x="0" y="82846"/>
                    </a:cubicBezTo>
                    <a:lnTo>
                      <a:pt x="0" y="32840"/>
                    </a:lnTo>
                    <a:cubicBezTo>
                      <a:pt x="0" y="28237"/>
                      <a:pt x="3731" y="24505"/>
                      <a:pt x="8334" y="24505"/>
                    </a:cubicBezTo>
                    <a:cubicBezTo>
                      <a:pt x="12937" y="24505"/>
                      <a:pt x="16669" y="28237"/>
                      <a:pt x="16669" y="32840"/>
                    </a:cubicBezTo>
                    <a:lnTo>
                      <a:pt x="16669" y="63885"/>
                    </a:lnTo>
                    <a:lnTo>
                      <a:pt x="46100" y="37007"/>
                    </a:lnTo>
                    <a:cubicBezTo>
                      <a:pt x="74731" y="8486"/>
                      <a:pt x="117714" y="0"/>
                      <a:pt x="155037" y="15499"/>
                    </a:cubicBezTo>
                    <a:cubicBezTo>
                      <a:pt x="192360" y="30998"/>
                      <a:pt x="216688" y="67436"/>
                      <a:pt x="216694" y="10784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</p:grpSp>
        <p:sp>
          <p:nvSpPr>
            <p:cNvPr id="70" name="TextBox 70"/>
            <p:cNvSpPr txBox="1"/>
            <p:nvPr/>
          </p:nvSpPr>
          <p:spPr>
            <a:xfrm>
              <a:off x="6886956" y="5396865"/>
              <a:ext cx="320474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书中残响 · 可回访已完成区域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6508242" y="5855018"/>
              <a:ext cx="36484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通关后区域不会关闭，回访可补全证据与支线</a:t>
              </a:r>
            </a:p>
          </p:txBody>
        </p:sp>
      </p:grpSp>
      <p:sp>
        <p:nvSpPr>
          <p:cNvPr id="73" name="TextBox 73"/>
          <p:cNvSpPr txBox="1"/>
          <p:nvPr/>
        </p:nvSpPr>
        <p:spPr>
          <a:xfrm>
            <a:off x="11035132" y="6385560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08 / 14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lt1"/>
            </a:gs>
            <a:gs pos="78000">
              <a:srgbClr val="1A2242"/>
            </a:gs>
            <a:gs pos="100000">
              <a:srgbClr val="4A3246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usk-edge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</p:sp>
      <p:grpSp>
        <p:nvGrpSpPr>
          <p:cNvPr id="7" name="corner-ring"/>
          <p:cNvGrpSpPr/>
          <p:nvPr/>
        </p:nvGrpSpPr>
        <p:grpSpPr>
          <a:xfrm>
            <a:off x="10896600" y="495300"/>
            <a:ext cx="533400" cy="533400"/>
            <a:chOff x="10896600" y="495300"/>
            <a:chExt cx="533400" cy="533400"/>
          </a:xfrm>
        </p:grpSpPr>
        <p:sp>
          <p:nvSpPr>
            <p:cNvPr id="3" name="Ellipse 3"/>
            <p:cNvSpPr/>
            <p:nvPr/>
          </p:nvSpPr>
          <p:spPr>
            <a:xfrm>
              <a:off x="10896600" y="495300"/>
              <a:ext cx="533400" cy="5334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4" name="Freeform 4"/>
            <p:cNvSpPr/>
            <p:nvPr/>
          </p:nvSpPr>
          <p:spPr>
            <a:xfrm>
              <a:off x="10915650" y="514350"/>
              <a:ext cx="495300" cy="495300"/>
            </a:xfrm>
            <a:custGeom>
              <a:avLst/>
              <a:gdLst/>
              <a:ahLst/>
              <a:cxnLst/>
              <a:rect l="l" t="t" r="r" b="b"/>
              <a:pathLst>
                <a:path w="495300" h="495300">
                  <a:moveTo>
                    <a:pt x="247650" y="57150"/>
                  </a:moveTo>
                  <a:lnTo>
                    <a:pt x="247650" y="0"/>
                  </a:lnTo>
                  <a:moveTo>
                    <a:pt x="342900" y="82868"/>
                  </a:moveTo>
                  <a:lnTo>
                    <a:pt x="371475" y="33338"/>
                  </a:lnTo>
                  <a:moveTo>
                    <a:pt x="412432" y="152400"/>
                  </a:moveTo>
                  <a:lnTo>
                    <a:pt x="461962" y="123825"/>
                  </a:lnTo>
                  <a:moveTo>
                    <a:pt x="438150" y="247650"/>
                  </a:moveTo>
                  <a:lnTo>
                    <a:pt x="495300" y="247650"/>
                  </a:lnTo>
                  <a:moveTo>
                    <a:pt x="412432" y="342900"/>
                  </a:moveTo>
                  <a:lnTo>
                    <a:pt x="461962" y="371475"/>
                  </a:lnTo>
                  <a:moveTo>
                    <a:pt x="342900" y="412432"/>
                  </a:moveTo>
                  <a:lnTo>
                    <a:pt x="371475" y="461962"/>
                  </a:lnTo>
                  <a:moveTo>
                    <a:pt x="247650" y="438150"/>
                  </a:moveTo>
                  <a:lnTo>
                    <a:pt x="247650" y="495300"/>
                  </a:lnTo>
                  <a:moveTo>
                    <a:pt x="152400" y="412432"/>
                  </a:moveTo>
                  <a:lnTo>
                    <a:pt x="123825" y="461962"/>
                  </a:lnTo>
                  <a:moveTo>
                    <a:pt x="82868" y="342900"/>
                  </a:moveTo>
                  <a:lnTo>
                    <a:pt x="33338" y="371475"/>
                  </a:lnTo>
                  <a:moveTo>
                    <a:pt x="57150" y="247650"/>
                  </a:moveTo>
                  <a:lnTo>
                    <a:pt x="0" y="247650"/>
                  </a:lnTo>
                  <a:moveTo>
                    <a:pt x="82868" y="152400"/>
                  </a:moveTo>
                  <a:lnTo>
                    <a:pt x="33338" y="123825"/>
                  </a:lnTo>
                  <a:moveTo>
                    <a:pt x="152400" y="82868"/>
                  </a:moveTo>
                  <a:lnTo>
                    <a:pt x="123825" y="33338"/>
                  </a:lnTo>
                </a:path>
              </a:pathLst>
            </a:custGeom>
            <a:noFill/>
            <a:ln w="14288">
              <a:solidFill>
                <a:schemeClr val="accent1"/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11089005" y="762000"/>
              <a:ext cx="74295" cy="154305"/>
            </a:xfrm>
            <a:custGeom>
              <a:avLst/>
              <a:gdLst/>
              <a:ahLst/>
              <a:cxnLst/>
              <a:rect l="l" t="t" r="r" b="b"/>
              <a:pathLst>
                <a:path w="74295" h="154305">
                  <a:moveTo>
                    <a:pt x="74295" y="0"/>
                  </a:moveTo>
                  <a:lnTo>
                    <a:pt x="0" y="154305"/>
                  </a:lnTo>
                </a:path>
              </a:pathLst>
            </a:custGeom>
            <a:noFill/>
            <a:ln w="23812" cap="rnd">
              <a:solidFill>
                <a:schemeClr val="accent2"/>
              </a:solidFill>
            </a:ln>
          </p:spPr>
        </p:sp>
        <p:sp>
          <p:nvSpPr>
            <p:cNvPr id="6" name="Ellipse 6"/>
            <p:cNvSpPr/>
            <p:nvPr/>
          </p:nvSpPr>
          <p:spPr>
            <a:xfrm>
              <a:off x="11134725" y="733425"/>
              <a:ext cx="57150" cy="571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</p:grpSp>
      <p:grpSp>
        <p:nvGrpSpPr>
          <p:cNvPr id="12" name="page-title"/>
          <p:cNvGrpSpPr/>
          <p:nvPr/>
        </p:nvGrpSpPr>
        <p:grpSpPr>
          <a:xfrm>
            <a:off x="593598" y="454342"/>
            <a:ext cx="6428232" cy="1285875"/>
            <a:chOff x="593598" y="454342"/>
            <a:chExt cx="6428232" cy="1285875"/>
          </a:xfrm>
        </p:grpSpPr>
        <p:sp>
          <p:nvSpPr>
            <p:cNvPr id="8" name="Rectangle 8"/>
            <p:cNvSpPr/>
            <p:nvPr/>
          </p:nvSpPr>
          <p:spPr>
            <a:xfrm>
              <a:off x="609600" y="514350"/>
              <a:ext cx="76200" cy="7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74192" y="454342"/>
              <a:ext cx="219012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spc="1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03 叙事节奏 · 跨章伏笔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93598" y="783908"/>
              <a:ext cx="4512564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伏笔：顺序会留下痕迹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98170" y="1300162"/>
              <a:ext cx="642366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玩家选择的先后，会在之后的章节里得到回应</a:t>
              </a:r>
            </a:p>
          </p:txBody>
        </p:sp>
      </p:grpSp>
      <p:grpSp>
        <p:nvGrpSpPr>
          <p:cNvPr id="15" name="col-heads"/>
          <p:cNvGrpSpPr/>
          <p:nvPr/>
        </p:nvGrpSpPr>
        <p:grpSpPr>
          <a:xfrm>
            <a:off x="831342" y="1892618"/>
            <a:ext cx="6718173" cy="264033"/>
            <a:chOff x="831342" y="1892618"/>
            <a:chExt cx="6718173" cy="264033"/>
          </a:xfrm>
        </p:grpSpPr>
        <p:sp>
          <p:nvSpPr>
            <p:cNvPr id="13" name="TextBox 13"/>
            <p:cNvSpPr txBox="1"/>
            <p:nvPr/>
          </p:nvSpPr>
          <p:spPr>
            <a:xfrm>
              <a:off x="831342" y="1892618"/>
              <a:ext cx="100317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spc="1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玩家的选择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546342" y="1892618"/>
              <a:ext cx="100317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spc="1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之后的回应</a:t>
              </a:r>
            </a:p>
          </p:txBody>
        </p:sp>
      </p:grpSp>
      <p:grpSp>
        <p:nvGrpSpPr>
          <p:cNvPr id="48" name="link-rows"/>
          <p:cNvGrpSpPr/>
          <p:nvPr/>
        </p:nvGrpSpPr>
        <p:grpSpPr>
          <a:xfrm>
            <a:off x="609600" y="2209800"/>
            <a:ext cx="10972800" cy="2819400"/>
            <a:chOff x="609600" y="2209800"/>
            <a:chExt cx="10972800" cy="2819400"/>
          </a:xfrm>
        </p:grpSpPr>
        <p:sp>
          <p:nvSpPr>
            <p:cNvPr id="16" name="Rectangle 16"/>
            <p:cNvSpPr/>
            <p:nvPr/>
          </p:nvSpPr>
          <p:spPr>
            <a:xfrm>
              <a:off x="609600" y="2209800"/>
              <a:ext cx="4953000" cy="533400"/>
            </a:xfrm>
            <a:prstGeom prst="roundRect">
              <a:avLst>
                <a:gd name="adj" fmla="val 14286"/>
              </a:avLst>
            </a:prstGeom>
            <a:solidFill>
              <a:schemeClr val="accent5"/>
            </a:solidFill>
            <a:ln w="14288">
              <a:solidFill>
                <a:srgbClr val="3B4670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6324600" y="2209800"/>
              <a:ext cx="5257800" cy="533400"/>
            </a:xfrm>
            <a:prstGeom prst="roundRect">
              <a:avLst>
                <a:gd name="adj" fmla="val 14286"/>
              </a:avLst>
            </a:prstGeom>
            <a:solidFill>
              <a:schemeClr val="accent5">
                <a:alpha val="50000"/>
              </a:schemeClr>
            </a:solidFill>
            <a:ln w="14288">
              <a:solidFill>
                <a:schemeClr val="accent1"/>
              </a:solidFill>
              <a:prstDash val="dash"/>
            </a:ln>
          </p:spPr>
        </p:sp>
        <p:grpSp>
          <p:nvGrpSpPr>
            <p:cNvPr id="20" name="Group 20"/>
            <p:cNvGrpSpPr/>
            <p:nvPr/>
          </p:nvGrpSpPr>
          <p:grpSpPr>
            <a:xfrm>
              <a:off x="858441" y="2368153"/>
              <a:ext cx="150019" cy="216694"/>
              <a:chOff x="858441" y="2368153"/>
              <a:chExt cx="150019" cy="216694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866775" y="2376488"/>
                <a:ext cx="1333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200025">
                    <a:moveTo>
                      <a:pt x="130037" y="52090"/>
                    </a:moveTo>
                    <a:lnTo>
                      <a:pt x="66675" y="100012"/>
                    </a:lnTo>
                    <a:lnTo>
                      <a:pt x="3334" y="52507"/>
                    </a:lnTo>
                    <a:cubicBezTo>
                      <a:pt x="1235" y="50933"/>
                      <a:pt x="0" y="48462"/>
                      <a:pt x="0" y="45839"/>
                    </a:cubicBezTo>
                    <a:lnTo>
                      <a:pt x="0" y="8334"/>
                    </a:lnTo>
                    <a:cubicBezTo>
                      <a:pt x="0" y="3731"/>
                      <a:pt x="3731" y="0"/>
                      <a:pt x="8334" y="0"/>
                    </a:cubicBezTo>
                    <a:lnTo>
                      <a:pt x="125016" y="0"/>
                    </a:lnTo>
                    <a:cubicBezTo>
                      <a:pt x="129619" y="0"/>
                      <a:pt x="133350" y="3731"/>
                      <a:pt x="133350" y="8334"/>
                    </a:cubicBezTo>
                    <a:lnTo>
                      <a:pt x="133350" y="45464"/>
                    </a:lnTo>
                    <a:cubicBezTo>
                      <a:pt x="133342" y="48069"/>
                      <a:pt x="132116" y="50520"/>
                      <a:pt x="130037" y="52090"/>
                    </a:cubicBezTo>
                    <a:close/>
                    <a:moveTo>
                      <a:pt x="0" y="154186"/>
                    </a:moveTo>
                    <a:lnTo>
                      <a:pt x="0" y="191691"/>
                    </a:lnTo>
                    <a:cubicBezTo>
                      <a:pt x="0" y="196294"/>
                      <a:pt x="3731" y="200025"/>
                      <a:pt x="8334" y="200025"/>
                    </a:cubicBezTo>
                    <a:lnTo>
                      <a:pt x="125016" y="200025"/>
                    </a:lnTo>
                    <a:cubicBezTo>
                      <a:pt x="129619" y="200025"/>
                      <a:pt x="133350" y="196294"/>
                      <a:pt x="133350" y="191691"/>
                    </a:cubicBezTo>
                    <a:lnTo>
                      <a:pt x="133350" y="154561"/>
                    </a:lnTo>
                    <a:cubicBezTo>
                      <a:pt x="133348" y="151949"/>
                      <a:pt x="132122" y="149488"/>
                      <a:pt x="130037" y="147914"/>
                    </a:cubicBezTo>
                    <a:lnTo>
                      <a:pt x="66675" y="100012"/>
                    </a:lnTo>
                    <a:lnTo>
                      <a:pt x="3334" y="147518"/>
                    </a:lnTo>
                    <a:cubicBezTo>
                      <a:pt x="1235" y="149092"/>
                      <a:pt x="0" y="151563"/>
                      <a:pt x="0" y="154186"/>
                    </a:cubicBezTo>
                    <a:close/>
                  </a:path>
                </a:pathLst>
              </a:custGeom>
              <a:solidFill>
                <a:schemeClr val="accent1">
                  <a:alpha val="20000"/>
                </a:schemeClr>
              </a:solidFill>
              <a:ln>
                <a:noFill/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858441" y="2368153"/>
                <a:ext cx="150019" cy="216694"/>
              </a:xfrm>
              <a:custGeom>
                <a:avLst/>
                <a:gdLst/>
                <a:ahLst/>
                <a:cxnLst/>
                <a:rect l="l" t="t" r="r" b="b"/>
                <a:pathLst>
                  <a:path w="150019" h="216694">
                    <a:moveTo>
                      <a:pt x="150019" y="53798"/>
                    </a:moveTo>
                    <a:lnTo>
                      <a:pt x="150019" y="16669"/>
                    </a:lnTo>
                    <a:cubicBezTo>
                      <a:pt x="150019" y="7463"/>
                      <a:pt x="142556" y="0"/>
                      <a:pt x="133350" y="0"/>
                    </a:cubicBezTo>
                    <a:lnTo>
                      <a:pt x="16669" y="0"/>
                    </a:lnTo>
                    <a:cubicBezTo>
                      <a:pt x="7463" y="0"/>
                      <a:pt x="0" y="7463"/>
                      <a:pt x="0" y="16669"/>
                    </a:cubicBezTo>
                    <a:lnTo>
                      <a:pt x="0" y="54173"/>
                    </a:lnTo>
                    <a:cubicBezTo>
                      <a:pt x="11" y="59417"/>
                      <a:pt x="2479" y="64353"/>
                      <a:pt x="6667" y="67508"/>
                    </a:cubicBezTo>
                    <a:lnTo>
                      <a:pt x="61122" y="108347"/>
                    </a:lnTo>
                    <a:lnTo>
                      <a:pt x="6668" y="149185"/>
                    </a:lnTo>
                    <a:cubicBezTo>
                      <a:pt x="2479" y="152341"/>
                      <a:pt x="11" y="157276"/>
                      <a:pt x="0" y="162520"/>
                    </a:cubicBezTo>
                    <a:lnTo>
                      <a:pt x="0" y="200025"/>
                    </a:lnTo>
                    <a:cubicBezTo>
                      <a:pt x="0" y="209231"/>
                      <a:pt x="7463" y="216694"/>
                      <a:pt x="16669" y="216694"/>
                    </a:cubicBezTo>
                    <a:lnTo>
                      <a:pt x="133350" y="216694"/>
                    </a:lnTo>
                    <a:cubicBezTo>
                      <a:pt x="142556" y="216694"/>
                      <a:pt x="150019" y="209231"/>
                      <a:pt x="150019" y="200025"/>
                    </a:cubicBezTo>
                    <a:lnTo>
                      <a:pt x="150019" y="162895"/>
                    </a:lnTo>
                    <a:cubicBezTo>
                      <a:pt x="150007" y="157672"/>
                      <a:pt x="147561" y="152753"/>
                      <a:pt x="143403" y="149592"/>
                    </a:cubicBezTo>
                    <a:lnTo>
                      <a:pt x="88834" y="108347"/>
                    </a:lnTo>
                    <a:lnTo>
                      <a:pt x="143403" y="67102"/>
                    </a:lnTo>
                    <a:cubicBezTo>
                      <a:pt x="147561" y="63940"/>
                      <a:pt x="150007" y="59021"/>
                      <a:pt x="150019" y="53798"/>
                    </a:cubicBezTo>
                    <a:close/>
                    <a:moveTo>
                      <a:pt x="133350" y="200025"/>
                    </a:moveTo>
                    <a:lnTo>
                      <a:pt x="16669" y="200025"/>
                    </a:lnTo>
                    <a:lnTo>
                      <a:pt x="16669" y="162520"/>
                    </a:lnTo>
                    <a:lnTo>
                      <a:pt x="75009" y="118765"/>
                    </a:lnTo>
                    <a:lnTo>
                      <a:pt x="133350" y="162885"/>
                    </a:lnTo>
                    <a:close/>
                    <a:moveTo>
                      <a:pt x="133350" y="53798"/>
                    </a:moveTo>
                    <a:lnTo>
                      <a:pt x="75009" y="97929"/>
                    </a:lnTo>
                    <a:lnTo>
                      <a:pt x="16669" y="54173"/>
                    </a:lnTo>
                    <a:lnTo>
                      <a:pt x="16669" y="16669"/>
                    </a:lnTo>
                    <a:lnTo>
                      <a:pt x="133350" y="16669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</p:grpSp>
        <p:sp>
          <p:nvSpPr>
            <p:cNvPr id="21" name="TextBox 21"/>
            <p:cNvSpPr txBox="1"/>
            <p:nvPr/>
          </p:nvSpPr>
          <p:spPr>
            <a:xfrm>
              <a:off x="1171956" y="2358390"/>
              <a:ext cx="2769989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时间与生命权柄之间的联结</a:t>
              </a:r>
              <a:endParaRPr lang="zh-CN" sz="18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Line 22"/>
            <p:cNvSpPr/>
            <p:nvPr/>
          </p:nvSpPr>
          <p:spPr>
            <a:xfrm>
              <a:off x="5638800" y="2476500"/>
              <a:ext cx="571500" cy="1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544056" y="2358390"/>
              <a:ext cx="24414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记录与证人的位置互换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609600" y="2971800"/>
              <a:ext cx="4953000" cy="533400"/>
            </a:xfrm>
            <a:prstGeom prst="roundRect">
              <a:avLst>
                <a:gd name="adj" fmla="val 14286"/>
              </a:avLst>
            </a:prstGeom>
            <a:solidFill>
              <a:schemeClr val="accent5"/>
            </a:solidFill>
            <a:ln w="14288">
              <a:solidFill>
                <a:srgbClr val="3B4670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6324600" y="2971800"/>
              <a:ext cx="5257800" cy="533400"/>
            </a:xfrm>
            <a:prstGeom prst="roundRect">
              <a:avLst>
                <a:gd name="adj" fmla="val 14286"/>
              </a:avLst>
            </a:prstGeom>
            <a:solidFill>
              <a:schemeClr val="accent5">
                <a:alpha val="50000"/>
              </a:schemeClr>
            </a:solidFill>
            <a:ln w="14288">
              <a:solidFill>
                <a:schemeClr val="accent1"/>
              </a:solidFill>
              <a:prstDash val="dash"/>
            </a:ln>
          </p:spPr>
        </p:sp>
        <p:grpSp>
          <p:nvGrpSpPr>
            <p:cNvPr id="28" name="Group 28"/>
            <p:cNvGrpSpPr/>
            <p:nvPr/>
          </p:nvGrpSpPr>
          <p:grpSpPr>
            <a:xfrm>
              <a:off x="816769" y="3130153"/>
              <a:ext cx="233362" cy="216694"/>
              <a:chOff x="816769" y="3130153"/>
              <a:chExt cx="233362" cy="216694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975122" y="3138488"/>
                <a:ext cx="33338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33338" h="200025">
                    <a:moveTo>
                      <a:pt x="33338" y="8334"/>
                    </a:moveTo>
                    <a:lnTo>
                      <a:pt x="33338" y="200025"/>
                    </a:lnTo>
                    <a:lnTo>
                      <a:pt x="0" y="200025"/>
                    </a:lnTo>
                    <a:lnTo>
                      <a:pt x="0" y="0"/>
                    </a:lnTo>
                    <a:lnTo>
                      <a:pt x="25003" y="0"/>
                    </a:lnTo>
                    <a:cubicBezTo>
                      <a:pt x="29606" y="0"/>
                      <a:pt x="33338" y="3731"/>
                      <a:pt x="33338" y="8334"/>
                    </a:cubicBezTo>
                    <a:close/>
                  </a:path>
                </a:pathLst>
              </a:custGeom>
              <a:solidFill>
                <a:srgbClr val="6F8BF0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816769" y="3130153"/>
                <a:ext cx="233362" cy="216694"/>
              </a:xfrm>
              <a:custGeom>
                <a:avLst/>
                <a:gdLst/>
                <a:ahLst/>
                <a:cxnLst/>
                <a:rect l="l" t="t" r="r" b="b"/>
                <a:pathLst>
                  <a:path w="233362" h="216694">
                    <a:moveTo>
                      <a:pt x="225028" y="200025"/>
                    </a:moveTo>
                    <a:lnTo>
                      <a:pt x="200025" y="200025"/>
                    </a:lnTo>
                    <a:lnTo>
                      <a:pt x="200025" y="16669"/>
                    </a:lnTo>
                    <a:cubicBezTo>
                      <a:pt x="200025" y="7463"/>
                      <a:pt x="192562" y="0"/>
                      <a:pt x="183356" y="0"/>
                    </a:cubicBezTo>
                    <a:lnTo>
                      <a:pt x="50006" y="0"/>
                    </a:lnTo>
                    <a:cubicBezTo>
                      <a:pt x="40800" y="0"/>
                      <a:pt x="33338" y="7463"/>
                      <a:pt x="33338" y="16669"/>
                    </a:cubicBezTo>
                    <a:lnTo>
                      <a:pt x="33338" y="200025"/>
                    </a:lnTo>
                    <a:lnTo>
                      <a:pt x="8334" y="200025"/>
                    </a:lnTo>
                    <a:cubicBezTo>
                      <a:pt x="3731" y="200025"/>
                      <a:pt x="0" y="203756"/>
                      <a:pt x="0" y="208359"/>
                    </a:cubicBezTo>
                    <a:cubicBezTo>
                      <a:pt x="0" y="212962"/>
                      <a:pt x="3731" y="216694"/>
                      <a:pt x="8334" y="216694"/>
                    </a:cubicBezTo>
                    <a:lnTo>
                      <a:pt x="225028" y="216694"/>
                    </a:lnTo>
                    <a:cubicBezTo>
                      <a:pt x="229631" y="216694"/>
                      <a:pt x="233362" y="212962"/>
                      <a:pt x="233362" y="208359"/>
                    </a:cubicBezTo>
                    <a:cubicBezTo>
                      <a:pt x="233362" y="203756"/>
                      <a:pt x="229631" y="200025"/>
                      <a:pt x="225028" y="200025"/>
                    </a:cubicBezTo>
                    <a:close/>
                    <a:moveTo>
                      <a:pt x="183356" y="200025"/>
                    </a:moveTo>
                    <a:lnTo>
                      <a:pt x="166688" y="200025"/>
                    </a:lnTo>
                    <a:lnTo>
                      <a:pt x="166688" y="16669"/>
                    </a:lnTo>
                    <a:lnTo>
                      <a:pt x="183356" y="16669"/>
                    </a:lnTo>
                    <a:close/>
                    <a:moveTo>
                      <a:pt x="50006" y="16669"/>
                    </a:moveTo>
                    <a:lnTo>
                      <a:pt x="150019" y="16669"/>
                    </a:lnTo>
                    <a:lnTo>
                      <a:pt x="150019" y="200025"/>
                    </a:lnTo>
                    <a:lnTo>
                      <a:pt x="50006" y="200025"/>
                    </a:lnTo>
                    <a:close/>
                    <a:moveTo>
                      <a:pt x="133350" y="112514"/>
                    </a:moveTo>
                    <a:cubicBezTo>
                      <a:pt x="133350" y="119418"/>
                      <a:pt x="127753" y="125016"/>
                      <a:pt x="120848" y="125016"/>
                    </a:cubicBezTo>
                    <a:cubicBezTo>
                      <a:pt x="113944" y="125016"/>
                      <a:pt x="108347" y="119418"/>
                      <a:pt x="108347" y="112514"/>
                    </a:cubicBezTo>
                    <a:cubicBezTo>
                      <a:pt x="108347" y="105610"/>
                      <a:pt x="113944" y="100012"/>
                      <a:pt x="120848" y="100012"/>
                    </a:cubicBezTo>
                    <a:cubicBezTo>
                      <a:pt x="127753" y="100012"/>
                      <a:pt x="133350" y="105610"/>
                      <a:pt x="133350" y="112514"/>
                    </a:cubicBezTo>
                    <a:close/>
                  </a:path>
                </a:pathLst>
              </a:custGeom>
              <a:solidFill>
                <a:srgbClr val="6F8BF0"/>
              </a:solidFill>
              <a:ln>
                <a:noFill/>
              </a:ln>
            </p:spPr>
          </p:sp>
        </p:grpSp>
        <p:sp>
          <p:nvSpPr>
            <p:cNvPr id="29" name="TextBox 29"/>
            <p:cNvSpPr txBox="1"/>
            <p:nvPr/>
          </p:nvSpPr>
          <p:spPr>
            <a:xfrm>
              <a:off x="1171956" y="3120390"/>
              <a:ext cx="2077492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以何种姿态通过门扉</a:t>
              </a:r>
              <a:endParaRPr lang="zh-CN" sz="18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0" name="Line 30"/>
            <p:cNvSpPr/>
            <p:nvPr/>
          </p:nvSpPr>
          <p:spPr>
            <a:xfrm>
              <a:off x="5638800" y="3238500"/>
              <a:ext cx="571500" cy="1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544056" y="3120390"/>
              <a:ext cx="24414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区域设施呈现不同形态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609600" y="3733800"/>
              <a:ext cx="4953000" cy="533400"/>
            </a:xfrm>
            <a:prstGeom prst="roundRect">
              <a:avLst>
                <a:gd name="adj" fmla="val 14286"/>
              </a:avLst>
            </a:prstGeom>
            <a:solidFill>
              <a:schemeClr val="accent5"/>
            </a:solidFill>
            <a:ln w="14288">
              <a:solidFill>
                <a:srgbClr val="3B4670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6324600" y="3733800"/>
              <a:ext cx="5257800" cy="533400"/>
            </a:xfrm>
            <a:prstGeom prst="roundRect">
              <a:avLst>
                <a:gd name="adj" fmla="val 14286"/>
              </a:avLst>
            </a:prstGeom>
            <a:solidFill>
              <a:schemeClr val="accent5">
                <a:alpha val="50000"/>
              </a:schemeClr>
            </a:solidFill>
            <a:ln w="14288">
              <a:solidFill>
                <a:schemeClr val="accent1"/>
              </a:solidFill>
              <a:prstDash val="dash"/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833438" y="3899623"/>
              <a:ext cx="200025" cy="217506"/>
              <a:chOff x="833438" y="3899623"/>
              <a:chExt cx="200025" cy="217506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841768" y="3908380"/>
                <a:ext cx="183360" cy="200467"/>
              </a:xfrm>
              <a:custGeom>
                <a:avLst/>
                <a:gdLst/>
                <a:ahLst/>
                <a:cxnLst/>
                <a:rect l="l" t="t" r="r" b="b"/>
                <a:pathLst>
                  <a:path w="183360" h="200467">
                    <a:moveTo>
                      <a:pt x="183360" y="8776"/>
                    </a:moveTo>
                    <a:lnTo>
                      <a:pt x="183360" y="66877"/>
                    </a:lnTo>
                    <a:cubicBezTo>
                      <a:pt x="183360" y="140668"/>
                      <a:pt x="142313" y="200467"/>
                      <a:pt x="91682" y="200467"/>
                    </a:cubicBezTo>
                    <a:cubicBezTo>
                      <a:pt x="41050" y="200467"/>
                      <a:pt x="4" y="140668"/>
                      <a:pt x="4" y="66898"/>
                    </a:cubicBezTo>
                    <a:lnTo>
                      <a:pt x="4" y="8776"/>
                    </a:lnTo>
                    <a:cubicBezTo>
                      <a:pt x="0" y="6025"/>
                      <a:pt x="1355" y="3449"/>
                      <a:pt x="3623" y="1893"/>
                    </a:cubicBezTo>
                    <a:cubicBezTo>
                      <a:pt x="5892" y="336"/>
                      <a:pt x="8783" y="0"/>
                      <a:pt x="11349" y="994"/>
                    </a:cubicBezTo>
                    <a:cubicBezTo>
                      <a:pt x="27090" y="7120"/>
                      <a:pt x="57417" y="16808"/>
                      <a:pt x="91682" y="16808"/>
                    </a:cubicBezTo>
                    <a:cubicBezTo>
                      <a:pt x="125946" y="16808"/>
                      <a:pt x="156273" y="7120"/>
                      <a:pt x="172015" y="1015"/>
                    </a:cubicBezTo>
                    <a:cubicBezTo>
                      <a:pt x="174577" y="22"/>
                      <a:pt x="177463" y="356"/>
                      <a:pt x="179731" y="1908"/>
                    </a:cubicBezTo>
                    <a:cubicBezTo>
                      <a:pt x="181999" y="3459"/>
                      <a:pt x="183356" y="6028"/>
                      <a:pt x="183360" y="8776"/>
                    </a:cubicBezTo>
                    <a:close/>
                  </a:path>
                </a:pathLst>
              </a:custGeom>
              <a:solidFill>
                <a:srgbClr val="D8DCE3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833438" y="3899623"/>
                <a:ext cx="200025" cy="217506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217506">
                    <a:moveTo>
                      <a:pt x="192732" y="3781"/>
                    </a:moveTo>
                    <a:cubicBezTo>
                      <a:pt x="188199" y="667"/>
                      <a:pt x="182417" y="0"/>
                      <a:pt x="177293" y="2000"/>
                    </a:cubicBezTo>
                    <a:cubicBezTo>
                      <a:pt x="162677" y="7688"/>
                      <a:pt x="133162" y="17231"/>
                      <a:pt x="100012" y="17231"/>
                    </a:cubicBezTo>
                    <a:cubicBezTo>
                      <a:pt x="66863" y="17231"/>
                      <a:pt x="37338" y="7688"/>
                      <a:pt x="22701" y="2000"/>
                    </a:cubicBezTo>
                    <a:cubicBezTo>
                      <a:pt x="17574" y="9"/>
                      <a:pt x="11795" y="676"/>
                      <a:pt x="7256" y="3782"/>
                    </a:cubicBezTo>
                    <a:cubicBezTo>
                      <a:pt x="2717" y="6888"/>
                      <a:pt x="2" y="12033"/>
                      <a:pt x="0" y="17533"/>
                    </a:cubicBezTo>
                    <a:lnTo>
                      <a:pt x="0" y="75634"/>
                    </a:lnTo>
                    <a:cubicBezTo>
                      <a:pt x="0" y="112972"/>
                      <a:pt x="10053" y="148195"/>
                      <a:pt x="28316" y="174792"/>
                    </a:cubicBezTo>
                    <a:cubicBezTo>
                      <a:pt x="47235" y="202358"/>
                      <a:pt x="72697" y="217506"/>
                      <a:pt x="100012" y="217506"/>
                    </a:cubicBezTo>
                    <a:cubicBezTo>
                      <a:pt x="127328" y="217506"/>
                      <a:pt x="152790" y="202327"/>
                      <a:pt x="171709" y="174792"/>
                    </a:cubicBezTo>
                    <a:cubicBezTo>
                      <a:pt x="189972" y="148216"/>
                      <a:pt x="200025" y="112993"/>
                      <a:pt x="200025" y="75655"/>
                    </a:cubicBezTo>
                    <a:lnTo>
                      <a:pt x="200025" y="17533"/>
                    </a:lnTo>
                    <a:cubicBezTo>
                      <a:pt x="200015" y="12026"/>
                      <a:pt x="197286" y="6879"/>
                      <a:pt x="192732" y="3781"/>
                    </a:cubicBezTo>
                    <a:close/>
                    <a:moveTo>
                      <a:pt x="183356" y="75665"/>
                    </a:moveTo>
                    <a:cubicBezTo>
                      <a:pt x="183356" y="109669"/>
                      <a:pt x="174334" y="141538"/>
                      <a:pt x="157968" y="165395"/>
                    </a:cubicBezTo>
                    <a:cubicBezTo>
                      <a:pt x="142247" y="188283"/>
                      <a:pt x="121671" y="200889"/>
                      <a:pt x="100012" y="200889"/>
                    </a:cubicBezTo>
                    <a:cubicBezTo>
                      <a:pt x="78354" y="200889"/>
                      <a:pt x="57778" y="188283"/>
                      <a:pt x="42057" y="165385"/>
                    </a:cubicBezTo>
                    <a:cubicBezTo>
                      <a:pt x="25691" y="141507"/>
                      <a:pt x="16669" y="109659"/>
                      <a:pt x="16669" y="75655"/>
                    </a:cubicBezTo>
                    <a:lnTo>
                      <a:pt x="16669" y="17533"/>
                    </a:lnTo>
                    <a:cubicBezTo>
                      <a:pt x="32410" y="23648"/>
                      <a:pt x="64154" y="33900"/>
                      <a:pt x="100012" y="33900"/>
                    </a:cubicBezTo>
                    <a:cubicBezTo>
                      <a:pt x="135871" y="33900"/>
                      <a:pt x="167625" y="23648"/>
                      <a:pt x="183356" y="17533"/>
                    </a:cubicBezTo>
                    <a:lnTo>
                      <a:pt x="183356" y="75676"/>
                    </a:lnTo>
                    <a:close/>
                    <a:moveTo>
                      <a:pt x="164604" y="95324"/>
                    </a:moveTo>
                    <a:cubicBezTo>
                      <a:pt x="166588" y="97557"/>
                      <a:pt x="167229" y="100679"/>
                      <a:pt x="166287" y="103514"/>
                    </a:cubicBezTo>
                    <a:cubicBezTo>
                      <a:pt x="165345" y="106348"/>
                      <a:pt x="162962" y="108465"/>
                      <a:pt x="160037" y="109066"/>
                    </a:cubicBezTo>
                    <a:cubicBezTo>
                      <a:pt x="157111" y="109668"/>
                      <a:pt x="154086" y="108663"/>
                      <a:pt x="152102" y="106429"/>
                    </a:cubicBezTo>
                    <a:cubicBezTo>
                      <a:pt x="149310" y="103304"/>
                      <a:pt x="142882" y="100877"/>
                      <a:pt x="137517" y="100877"/>
                    </a:cubicBezTo>
                    <a:cubicBezTo>
                      <a:pt x="132152" y="100877"/>
                      <a:pt x="125682" y="103314"/>
                      <a:pt x="122932" y="106429"/>
                    </a:cubicBezTo>
                    <a:cubicBezTo>
                      <a:pt x="119862" y="109882"/>
                      <a:pt x="114575" y="110192"/>
                      <a:pt x="111123" y="107122"/>
                    </a:cubicBezTo>
                    <a:cubicBezTo>
                      <a:pt x="107671" y="104053"/>
                      <a:pt x="107361" y="98766"/>
                      <a:pt x="110430" y="95313"/>
                    </a:cubicBezTo>
                    <a:cubicBezTo>
                      <a:pt x="116379" y="88667"/>
                      <a:pt x="127245" y="84208"/>
                      <a:pt x="137517" y="84208"/>
                    </a:cubicBezTo>
                    <a:cubicBezTo>
                      <a:pt x="147789" y="84208"/>
                      <a:pt x="158614" y="88667"/>
                      <a:pt x="164604" y="95313"/>
                    </a:cubicBezTo>
                    <a:close/>
                    <a:moveTo>
                      <a:pt x="62508" y="100877"/>
                    </a:moveTo>
                    <a:cubicBezTo>
                      <a:pt x="57101" y="100877"/>
                      <a:pt x="50673" y="103314"/>
                      <a:pt x="47923" y="106429"/>
                    </a:cubicBezTo>
                    <a:cubicBezTo>
                      <a:pt x="44853" y="109882"/>
                      <a:pt x="39566" y="110192"/>
                      <a:pt x="36114" y="107122"/>
                    </a:cubicBezTo>
                    <a:cubicBezTo>
                      <a:pt x="32662" y="104053"/>
                      <a:pt x="32352" y="98766"/>
                      <a:pt x="35421" y="95313"/>
                    </a:cubicBezTo>
                    <a:cubicBezTo>
                      <a:pt x="41411" y="88667"/>
                      <a:pt x="52277" y="84208"/>
                      <a:pt x="62508" y="84208"/>
                    </a:cubicBezTo>
                    <a:cubicBezTo>
                      <a:pt x="72738" y="84208"/>
                      <a:pt x="83604" y="88667"/>
                      <a:pt x="89595" y="95313"/>
                    </a:cubicBezTo>
                    <a:cubicBezTo>
                      <a:pt x="92664" y="98766"/>
                      <a:pt x="92354" y="104053"/>
                      <a:pt x="88902" y="107122"/>
                    </a:cubicBezTo>
                    <a:cubicBezTo>
                      <a:pt x="85450" y="110192"/>
                      <a:pt x="80163" y="109882"/>
                      <a:pt x="77093" y="106429"/>
                    </a:cubicBezTo>
                    <a:cubicBezTo>
                      <a:pt x="74343" y="103314"/>
                      <a:pt x="67915" y="100877"/>
                      <a:pt x="62508" y="100877"/>
                    </a:cubicBezTo>
                    <a:close/>
                    <a:moveTo>
                      <a:pt x="142153" y="147955"/>
                    </a:moveTo>
                    <a:cubicBezTo>
                      <a:pt x="131682" y="160380"/>
                      <a:pt x="116261" y="167550"/>
                      <a:pt x="100012" y="167550"/>
                    </a:cubicBezTo>
                    <a:cubicBezTo>
                      <a:pt x="83764" y="167550"/>
                      <a:pt x="68343" y="160380"/>
                      <a:pt x="57872" y="147955"/>
                    </a:cubicBezTo>
                    <a:cubicBezTo>
                      <a:pt x="54883" y="144454"/>
                      <a:pt x="55298" y="139193"/>
                      <a:pt x="58799" y="136204"/>
                    </a:cubicBezTo>
                    <a:cubicBezTo>
                      <a:pt x="62300" y="133215"/>
                      <a:pt x="67561" y="133630"/>
                      <a:pt x="70550" y="137131"/>
                    </a:cubicBezTo>
                    <a:cubicBezTo>
                      <a:pt x="77853" y="145849"/>
                      <a:pt x="88641" y="150885"/>
                      <a:pt x="100012" y="150885"/>
                    </a:cubicBezTo>
                    <a:cubicBezTo>
                      <a:pt x="111384" y="150885"/>
                      <a:pt x="122172" y="145849"/>
                      <a:pt x="129475" y="137131"/>
                    </a:cubicBezTo>
                    <a:cubicBezTo>
                      <a:pt x="132464" y="133630"/>
                      <a:pt x="137725" y="133215"/>
                      <a:pt x="141226" y="136204"/>
                    </a:cubicBezTo>
                    <a:cubicBezTo>
                      <a:pt x="144727" y="139193"/>
                      <a:pt x="145142" y="144454"/>
                      <a:pt x="142153" y="147955"/>
                    </a:cubicBezTo>
                    <a:close/>
                  </a:path>
                </a:pathLst>
              </a:custGeom>
              <a:solidFill>
                <a:srgbClr val="D8DCE3"/>
              </a:solidFill>
              <a:ln>
                <a:noFill/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1171956" y="3882390"/>
              <a:ext cx="2539157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以何种顺序进入真理之径</a:t>
              </a:r>
              <a:endParaRPr lang="zh-CN" sz="18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8" name="Line 38"/>
            <p:cNvSpPr/>
            <p:nvPr/>
          </p:nvSpPr>
          <p:spPr>
            <a:xfrm>
              <a:off x="5638800" y="4000500"/>
              <a:ext cx="571500" cy="1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544056" y="3882390"/>
              <a:ext cx="21991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真我的揭示方式不同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609600" y="4495800"/>
              <a:ext cx="4953000" cy="533400"/>
            </a:xfrm>
            <a:prstGeom prst="roundRect">
              <a:avLst>
                <a:gd name="adj" fmla="val 14286"/>
              </a:avLst>
            </a:prstGeom>
            <a:solidFill>
              <a:schemeClr val="accent5"/>
            </a:solidFill>
            <a:ln w="14288">
              <a:solidFill>
                <a:srgbClr val="3B4670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6324600" y="4495800"/>
              <a:ext cx="5257800" cy="533400"/>
            </a:xfrm>
            <a:prstGeom prst="roundRect">
              <a:avLst>
                <a:gd name="adj" fmla="val 14286"/>
              </a:avLst>
            </a:prstGeom>
            <a:solidFill>
              <a:schemeClr val="accent5">
                <a:alpha val="50000"/>
              </a:schemeClr>
            </a:solidFill>
            <a:ln w="14288">
              <a:solidFill>
                <a:schemeClr val="accent1"/>
              </a:solidFill>
              <a:prstDash val="dash"/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848257" y="4661170"/>
              <a:ext cx="193540" cy="201326"/>
              <a:chOff x="848257" y="4661170"/>
              <a:chExt cx="193540" cy="201326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983456" y="4670822"/>
                <a:ext cx="50006" cy="50006"/>
              </a:xfrm>
              <a:custGeom>
                <a:avLst/>
                <a:gdLst/>
                <a:ahLst/>
                <a:cxnLst/>
                <a:rect l="l" t="t" r="r" b="b"/>
                <a:pathLst>
                  <a:path w="50006" h="50006">
                    <a:moveTo>
                      <a:pt x="50006" y="25003"/>
                    </a:moveTo>
                    <a:cubicBezTo>
                      <a:pt x="50006" y="38812"/>
                      <a:pt x="38812" y="50006"/>
                      <a:pt x="25003" y="50006"/>
                    </a:cubicBezTo>
                    <a:cubicBezTo>
                      <a:pt x="11194" y="50006"/>
                      <a:pt x="0" y="38812"/>
                      <a:pt x="0" y="25003"/>
                    </a:cubicBezTo>
                    <a:cubicBezTo>
                      <a:pt x="0" y="11194"/>
                      <a:pt x="11194" y="0"/>
                      <a:pt x="25003" y="0"/>
                    </a:cubicBezTo>
                    <a:cubicBezTo>
                      <a:pt x="38812" y="0"/>
                      <a:pt x="50006" y="11194"/>
                      <a:pt x="50006" y="25003"/>
                    </a:cubicBezTo>
                    <a:close/>
                  </a:path>
                </a:pathLst>
              </a:custGeom>
              <a:solidFill>
                <a:schemeClr val="accent3">
                  <a:alpha val="20000"/>
                </a:schemeClr>
              </a:solidFill>
              <a:ln>
                <a:noFill/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848257" y="4661170"/>
                <a:ext cx="193540" cy="201326"/>
              </a:xfrm>
              <a:custGeom>
                <a:avLst/>
                <a:gdLst/>
                <a:ahLst/>
                <a:cxnLst/>
                <a:rect l="l" t="t" r="r" b="b"/>
                <a:pathLst>
                  <a:path w="193540" h="201326">
                    <a:moveTo>
                      <a:pt x="193540" y="34655"/>
                    </a:moveTo>
                    <a:cubicBezTo>
                      <a:pt x="193531" y="17333"/>
                      <a:pt x="180258" y="2903"/>
                      <a:pt x="162996" y="1451"/>
                    </a:cubicBezTo>
                    <a:cubicBezTo>
                      <a:pt x="145735" y="0"/>
                      <a:pt x="130238" y="12010"/>
                      <a:pt x="127336" y="29088"/>
                    </a:cubicBezTo>
                    <a:cubicBezTo>
                      <a:pt x="124435" y="46166"/>
                      <a:pt x="135096" y="62620"/>
                      <a:pt x="151868" y="66951"/>
                    </a:cubicBezTo>
                    <a:lnTo>
                      <a:pt x="151868" y="84661"/>
                    </a:lnTo>
                    <a:cubicBezTo>
                      <a:pt x="151868" y="89264"/>
                      <a:pt x="148137" y="92996"/>
                      <a:pt x="143534" y="92996"/>
                    </a:cubicBezTo>
                    <a:lnTo>
                      <a:pt x="51856" y="92996"/>
                    </a:lnTo>
                    <a:cubicBezTo>
                      <a:pt x="49016" y="92995"/>
                      <a:pt x="46197" y="93481"/>
                      <a:pt x="43521" y="94433"/>
                    </a:cubicBezTo>
                    <a:lnTo>
                      <a:pt x="43521" y="66951"/>
                    </a:lnTo>
                    <a:cubicBezTo>
                      <a:pt x="59776" y="62754"/>
                      <a:pt x="70374" y="47125"/>
                      <a:pt x="68259" y="30471"/>
                    </a:cubicBezTo>
                    <a:cubicBezTo>
                      <a:pt x="66144" y="13817"/>
                      <a:pt x="51975" y="1334"/>
                      <a:pt x="35187" y="1334"/>
                    </a:cubicBezTo>
                    <a:cubicBezTo>
                      <a:pt x="18399" y="1334"/>
                      <a:pt x="4231" y="13817"/>
                      <a:pt x="2115" y="30471"/>
                    </a:cubicBezTo>
                    <a:cubicBezTo>
                      <a:pt x="0" y="47125"/>
                      <a:pt x="10598" y="62754"/>
                      <a:pt x="26853" y="66951"/>
                    </a:cubicBezTo>
                    <a:lnTo>
                      <a:pt x="26853" y="135709"/>
                    </a:lnTo>
                    <a:cubicBezTo>
                      <a:pt x="10598" y="139906"/>
                      <a:pt x="0" y="155535"/>
                      <a:pt x="2115" y="172189"/>
                    </a:cubicBezTo>
                    <a:cubicBezTo>
                      <a:pt x="4231" y="188843"/>
                      <a:pt x="18399" y="201326"/>
                      <a:pt x="35187" y="201326"/>
                    </a:cubicBezTo>
                    <a:cubicBezTo>
                      <a:pt x="51975" y="201326"/>
                      <a:pt x="66144" y="188843"/>
                      <a:pt x="68259" y="172189"/>
                    </a:cubicBezTo>
                    <a:cubicBezTo>
                      <a:pt x="70374" y="155535"/>
                      <a:pt x="59776" y="139906"/>
                      <a:pt x="43521" y="135709"/>
                    </a:cubicBezTo>
                    <a:lnTo>
                      <a:pt x="43521" y="117999"/>
                    </a:lnTo>
                    <a:cubicBezTo>
                      <a:pt x="43521" y="113396"/>
                      <a:pt x="47253" y="109664"/>
                      <a:pt x="51856" y="109664"/>
                    </a:cubicBezTo>
                    <a:lnTo>
                      <a:pt x="143534" y="109664"/>
                    </a:lnTo>
                    <a:cubicBezTo>
                      <a:pt x="157343" y="109664"/>
                      <a:pt x="168537" y="98470"/>
                      <a:pt x="168537" y="84661"/>
                    </a:cubicBezTo>
                    <a:lnTo>
                      <a:pt x="168537" y="66951"/>
                    </a:lnTo>
                    <a:cubicBezTo>
                      <a:pt x="183249" y="63129"/>
                      <a:pt x="193526" y="49855"/>
                      <a:pt x="193540" y="34655"/>
                    </a:cubicBezTo>
                    <a:close/>
                    <a:moveTo>
                      <a:pt x="18518" y="34655"/>
                    </a:moveTo>
                    <a:cubicBezTo>
                      <a:pt x="18518" y="25449"/>
                      <a:pt x="25981" y="17986"/>
                      <a:pt x="35187" y="17986"/>
                    </a:cubicBezTo>
                    <a:cubicBezTo>
                      <a:pt x="44393" y="17986"/>
                      <a:pt x="51856" y="25449"/>
                      <a:pt x="51856" y="34655"/>
                    </a:cubicBezTo>
                    <a:cubicBezTo>
                      <a:pt x="51856" y="43861"/>
                      <a:pt x="44393" y="51324"/>
                      <a:pt x="35187" y="51324"/>
                    </a:cubicBezTo>
                    <a:cubicBezTo>
                      <a:pt x="25981" y="51324"/>
                      <a:pt x="18518" y="43861"/>
                      <a:pt x="18518" y="34655"/>
                    </a:cubicBezTo>
                    <a:close/>
                    <a:moveTo>
                      <a:pt x="51856" y="168005"/>
                    </a:moveTo>
                    <a:cubicBezTo>
                      <a:pt x="51856" y="177211"/>
                      <a:pt x="44393" y="184674"/>
                      <a:pt x="35187" y="184674"/>
                    </a:cubicBezTo>
                    <a:cubicBezTo>
                      <a:pt x="25981" y="184674"/>
                      <a:pt x="18518" y="177211"/>
                      <a:pt x="18518" y="168005"/>
                    </a:cubicBezTo>
                    <a:cubicBezTo>
                      <a:pt x="18518" y="158799"/>
                      <a:pt x="25981" y="151336"/>
                      <a:pt x="35187" y="151336"/>
                    </a:cubicBezTo>
                    <a:cubicBezTo>
                      <a:pt x="44393" y="151336"/>
                      <a:pt x="51856" y="158799"/>
                      <a:pt x="51856" y="168005"/>
                    </a:cubicBezTo>
                    <a:close/>
                    <a:moveTo>
                      <a:pt x="160203" y="51324"/>
                    </a:moveTo>
                    <a:cubicBezTo>
                      <a:pt x="150997" y="51324"/>
                      <a:pt x="143534" y="43861"/>
                      <a:pt x="143534" y="34655"/>
                    </a:cubicBezTo>
                    <a:cubicBezTo>
                      <a:pt x="143534" y="25449"/>
                      <a:pt x="150997" y="17986"/>
                      <a:pt x="160203" y="17986"/>
                    </a:cubicBezTo>
                    <a:cubicBezTo>
                      <a:pt x="169409" y="17986"/>
                      <a:pt x="176871" y="25449"/>
                      <a:pt x="176871" y="34655"/>
                    </a:cubicBezTo>
                    <a:cubicBezTo>
                      <a:pt x="176871" y="43861"/>
                      <a:pt x="169409" y="51324"/>
                      <a:pt x="160203" y="51324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1171956" y="4644390"/>
              <a:ext cx="3341749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取得权柄后需要直面内心</a:t>
              </a: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的</a:t>
              </a:r>
              <a:r>
                <a:rPr lang="zh-CN" altLang="en-US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抉择</a:t>
              </a:r>
              <a:endParaRPr lang="zh-CN" sz="18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6" name="Line 46"/>
            <p:cNvSpPr/>
            <p:nvPr/>
          </p:nvSpPr>
          <p:spPr>
            <a:xfrm>
              <a:off x="5638800" y="4762500"/>
              <a:ext cx="571500" cy="1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544056" y="4644390"/>
              <a:ext cx="21991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改写后续日志与对白</a:t>
              </a:r>
            </a:p>
          </p:txBody>
        </p:sp>
      </p:grpSp>
      <p:grpSp>
        <p:nvGrpSpPr>
          <p:cNvPr id="61" name="deck-threads"/>
          <p:cNvGrpSpPr/>
          <p:nvPr/>
        </p:nvGrpSpPr>
        <p:grpSpPr>
          <a:xfrm>
            <a:off x="609600" y="5295900"/>
            <a:ext cx="10972800" cy="914400"/>
            <a:chOff x="609600" y="5295900"/>
            <a:chExt cx="10972800" cy="914400"/>
          </a:xfrm>
        </p:grpSpPr>
        <p:sp>
          <p:nvSpPr>
            <p:cNvPr id="49" name="Rectangle 49"/>
            <p:cNvSpPr/>
            <p:nvPr/>
          </p:nvSpPr>
          <p:spPr>
            <a:xfrm>
              <a:off x="609600" y="5295900"/>
              <a:ext cx="10972800" cy="914400"/>
            </a:xfrm>
            <a:prstGeom prst="roundRect">
              <a:avLst>
                <a:gd name="adj" fmla="val 10417"/>
              </a:avLst>
            </a:prstGeom>
            <a:solidFill>
              <a:schemeClr val="accent1">
                <a:alpha val="12000"/>
              </a:schemeClr>
            </a:solidFill>
            <a:ln w="14288">
              <a:solidFill>
                <a:schemeClr val="accent1"/>
              </a:solidFill>
            </a:ln>
          </p:spPr>
        </p:sp>
        <p:grpSp>
          <p:nvGrpSpPr>
            <p:cNvPr id="52" name="Group 52"/>
            <p:cNvGrpSpPr/>
            <p:nvPr/>
          </p:nvGrpSpPr>
          <p:grpSpPr>
            <a:xfrm>
              <a:off x="912019" y="5622131"/>
              <a:ext cx="309562" cy="261938"/>
              <a:chOff x="912019" y="5622131"/>
              <a:chExt cx="309562" cy="261938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923925" y="5681662"/>
                <a:ext cx="23812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238125" h="190500">
                    <a:moveTo>
                      <a:pt x="238125" y="11906"/>
                    </a:moveTo>
                    <a:lnTo>
                      <a:pt x="238125" y="178594"/>
                    </a:lnTo>
                    <a:cubicBezTo>
                      <a:pt x="238125" y="185169"/>
                      <a:pt x="232794" y="190500"/>
                      <a:pt x="226219" y="190500"/>
                    </a:cubicBezTo>
                    <a:lnTo>
                      <a:pt x="11906" y="190500"/>
                    </a:lnTo>
                    <a:cubicBezTo>
                      <a:pt x="5331" y="190500"/>
                      <a:pt x="0" y="185169"/>
                      <a:pt x="0" y="178594"/>
                    </a:cubicBezTo>
                    <a:lnTo>
                      <a:pt x="0" y="11906"/>
                    </a:lnTo>
                    <a:cubicBezTo>
                      <a:pt x="0" y="5331"/>
                      <a:pt x="5331" y="0"/>
                      <a:pt x="11906" y="0"/>
                    </a:cubicBezTo>
                    <a:lnTo>
                      <a:pt x="226219" y="0"/>
                    </a:lnTo>
                    <a:cubicBezTo>
                      <a:pt x="232794" y="0"/>
                      <a:pt x="238125" y="5331"/>
                      <a:pt x="238125" y="11906"/>
                    </a:cubicBezTo>
                    <a:close/>
                  </a:path>
                </a:pathLst>
              </a:custGeom>
              <a:solidFill>
                <a:schemeClr val="accent2">
                  <a:alpha val="20000"/>
                </a:schemeClr>
              </a:solidFill>
              <a:ln>
                <a:noFill/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912019" y="5622131"/>
                <a:ext cx="309562" cy="261938"/>
              </a:xfrm>
              <a:custGeom>
                <a:avLst/>
                <a:gdLst/>
                <a:ahLst/>
                <a:cxnLst/>
                <a:rect l="l" t="t" r="r" b="b"/>
                <a:pathLst>
                  <a:path w="309562" h="261938">
                    <a:moveTo>
                      <a:pt x="238125" y="47625"/>
                    </a:moveTo>
                    <a:lnTo>
                      <a:pt x="23812" y="47625"/>
                    </a:lnTo>
                    <a:cubicBezTo>
                      <a:pt x="10661" y="47625"/>
                      <a:pt x="0" y="58286"/>
                      <a:pt x="0" y="71438"/>
                    </a:cubicBezTo>
                    <a:lnTo>
                      <a:pt x="0" y="238125"/>
                    </a:lnTo>
                    <a:cubicBezTo>
                      <a:pt x="0" y="251276"/>
                      <a:pt x="10661" y="261938"/>
                      <a:pt x="23812" y="261938"/>
                    </a:cubicBezTo>
                    <a:lnTo>
                      <a:pt x="238125" y="261938"/>
                    </a:lnTo>
                    <a:cubicBezTo>
                      <a:pt x="251276" y="261938"/>
                      <a:pt x="261938" y="251276"/>
                      <a:pt x="261938" y="238125"/>
                    </a:cubicBezTo>
                    <a:lnTo>
                      <a:pt x="261938" y="71438"/>
                    </a:lnTo>
                    <a:cubicBezTo>
                      <a:pt x="261938" y="58286"/>
                      <a:pt x="251276" y="47625"/>
                      <a:pt x="238125" y="47625"/>
                    </a:cubicBezTo>
                    <a:close/>
                    <a:moveTo>
                      <a:pt x="238125" y="238125"/>
                    </a:moveTo>
                    <a:lnTo>
                      <a:pt x="23812" y="238125"/>
                    </a:lnTo>
                    <a:lnTo>
                      <a:pt x="23812" y="71438"/>
                    </a:lnTo>
                    <a:lnTo>
                      <a:pt x="238125" y="71438"/>
                    </a:lnTo>
                    <a:lnTo>
                      <a:pt x="238125" y="238125"/>
                    </a:lnTo>
                    <a:close/>
                    <a:moveTo>
                      <a:pt x="309562" y="23812"/>
                    </a:moveTo>
                    <a:lnTo>
                      <a:pt x="309562" y="202406"/>
                    </a:lnTo>
                    <a:cubicBezTo>
                      <a:pt x="309562" y="208982"/>
                      <a:pt x="304232" y="214312"/>
                      <a:pt x="297656" y="214312"/>
                    </a:cubicBezTo>
                    <a:cubicBezTo>
                      <a:pt x="291081" y="214312"/>
                      <a:pt x="285750" y="208982"/>
                      <a:pt x="285750" y="202406"/>
                    </a:cubicBezTo>
                    <a:lnTo>
                      <a:pt x="285750" y="23812"/>
                    </a:lnTo>
                    <a:lnTo>
                      <a:pt x="59531" y="23812"/>
                    </a:lnTo>
                    <a:cubicBezTo>
                      <a:pt x="52956" y="23812"/>
                      <a:pt x="47625" y="18482"/>
                      <a:pt x="47625" y="11906"/>
                    </a:cubicBezTo>
                    <a:cubicBezTo>
                      <a:pt x="47625" y="5331"/>
                      <a:pt x="52956" y="0"/>
                      <a:pt x="59531" y="0"/>
                    </a:cubicBezTo>
                    <a:lnTo>
                      <a:pt x="285750" y="0"/>
                    </a:lnTo>
                    <a:cubicBezTo>
                      <a:pt x="298901" y="0"/>
                      <a:pt x="309562" y="10661"/>
                      <a:pt x="309562" y="23812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</p:grpSp>
        <p:sp>
          <p:nvSpPr>
            <p:cNvPr id="53" name="TextBox 53"/>
            <p:cNvSpPr txBox="1"/>
            <p:nvPr/>
          </p:nvSpPr>
          <p:spPr>
            <a:xfrm>
              <a:off x="1400556" y="548259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卡组里的伏笔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402842" y="5855018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不只在剧情里，也藏在牌里</a:t>
              </a:r>
            </a:p>
          </p:txBody>
        </p:sp>
        <p:sp>
          <p:nvSpPr>
            <p:cNvPr id="55" name="Line 55"/>
            <p:cNvSpPr/>
            <p:nvPr/>
          </p:nvSpPr>
          <p:spPr>
            <a:xfrm>
              <a:off x="4572000" y="5448300"/>
              <a:ext cx="9525" cy="609600"/>
            </a:xfrm>
            <a:custGeom>
              <a:avLst/>
              <a:gdLst/>
              <a:ahLst/>
              <a:cxnLst/>
              <a:rect l="l" t="t" r="r" b="b"/>
              <a:pathLst>
                <a:path w="9525" h="609600">
                  <a:moveTo>
                    <a:pt x="0" y="0"/>
                  </a:moveTo>
                  <a:lnTo>
                    <a:pt x="0" y="609600"/>
                  </a:lnTo>
                </a:path>
              </a:pathLst>
            </a:custGeom>
            <a:noFill/>
            <a:ln w="9525">
              <a:solidFill>
                <a:srgbClr val="3B4670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4867656" y="5482590"/>
              <a:ext cx="923330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卡</a:t>
              </a:r>
              <a:r>
                <a:rPr lang="zh-CN" altLang="en-US" sz="18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牌介绍</a:t>
              </a:r>
              <a:endParaRPr lang="zh-CN" sz="1800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4869942" y="5855018"/>
              <a:ext cx="1038746" cy="2077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1350" dirty="0">
                  <a:solidFill>
                    <a:schemeClr val="accent6"/>
                  </a:solidFill>
                </a:rPr>
                <a:t>世界观的铺陈</a:t>
              </a:r>
              <a:endParaRPr lang="zh-CN" sz="1350" dirty="0">
                <a:solidFill>
                  <a:schemeClr val="accent6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8" name="Line 58"/>
            <p:cNvSpPr/>
            <p:nvPr/>
          </p:nvSpPr>
          <p:spPr>
            <a:xfrm>
              <a:off x="8077200" y="5448300"/>
              <a:ext cx="9525" cy="609600"/>
            </a:xfrm>
            <a:custGeom>
              <a:avLst/>
              <a:gdLst/>
              <a:ahLst/>
              <a:cxnLst/>
              <a:rect l="l" t="t" r="r" b="b"/>
              <a:pathLst>
                <a:path w="9525" h="609600">
                  <a:moveTo>
                    <a:pt x="0" y="0"/>
                  </a:moveTo>
                  <a:lnTo>
                    <a:pt x="0" y="609600"/>
                  </a:lnTo>
                </a:path>
              </a:pathLst>
            </a:custGeom>
            <a:noFill/>
            <a:ln w="9525">
              <a:solidFill>
                <a:srgbClr val="3B4670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8372856" y="548259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赌约条款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375142" y="585501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每章揭示一条，终章拼齐</a:t>
              </a:r>
            </a:p>
          </p:txBody>
        </p:sp>
      </p:grpSp>
      <p:sp>
        <p:nvSpPr>
          <p:cNvPr id="62" name="TextBox 62"/>
          <p:cNvSpPr txBox="1"/>
          <p:nvPr/>
        </p:nvSpPr>
        <p:spPr>
          <a:xfrm>
            <a:off x="11035132" y="6385560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09 / 14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lt1"/>
            </a:gs>
            <a:gs pos="78000">
              <a:srgbClr val="1A2242"/>
            </a:gs>
            <a:gs pos="100000">
              <a:srgbClr val="4A3246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usk-edge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</p:sp>
      <p:grpSp>
        <p:nvGrpSpPr>
          <p:cNvPr id="7" name="corner-ring"/>
          <p:cNvGrpSpPr/>
          <p:nvPr/>
        </p:nvGrpSpPr>
        <p:grpSpPr>
          <a:xfrm>
            <a:off x="10896600" y="495300"/>
            <a:ext cx="533400" cy="533400"/>
            <a:chOff x="10896600" y="495300"/>
            <a:chExt cx="533400" cy="533400"/>
          </a:xfrm>
        </p:grpSpPr>
        <p:sp>
          <p:nvSpPr>
            <p:cNvPr id="3" name="Ellipse 3"/>
            <p:cNvSpPr/>
            <p:nvPr/>
          </p:nvSpPr>
          <p:spPr>
            <a:xfrm>
              <a:off x="10896600" y="495300"/>
              <a:ext cx="533400" cy="5334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4" name="Freeform 4"/>
            <p:cNvSpPr/>
            <p:nvPr/>
          </p:nvSpPr>
          <p:spPr>
            <a:xfrm>
              <a:off x="10915650" y="514350"/>
              <a:ext cx="495300" cy="495300"/>
            </a:xfrm>
            <a:custGeom>
              <a:avLst/>
              <a:gdLst/>
              <a:ahLst/>
              <a:cxnLst/>
              <a:rect l="l" t="t" r="r" b="b"/>
              <a:pathLst>
                <a:path w="495300" h="495300">
                  <a:moveTo>
                    <a:pt x="247650" y="57150"/>
                  </a:moveTo>
                  <a:lnTo>
                    <a:pt x="247650" y="0"/>
                  </a:lnTo>
                  <a:moveTo>
                    <a:pt x="342900" y="82868"/>
                  </a:moveTo>
                  <a:lnTo>
                    <a:pt x="371475" y="33338"/>
                  </a:lnTo>
                  <a:moveTo>
                    <a:pt x="412432" y="152400"/>
                  </a:moveTo>
                  <a:lnTo>
                    <a:pt x="461962" y="123825"/>
                  </a:lnTo>
                  <a:moveTo>
                    <a:pt x="438150" y="247650"/>
                  </a:moveTo>
                  <a:lnTo>
                    <a:pt x="495300" y="247650"/>
                  </a:lnTo>
                  <a:moveTo>
                    <a:pt x="412432" y="342900"/>
                  </a:moveTo>
                  <a:lnTo>
                    <a:pt x="461962" y="371475"/>
                  </a:lnTo>
                  <a:moveTo>
                    <a:pt x="342900" y="412432"/>
                  </a:moveTo>
                  <a:lnTo>
                    <a:pt x="371475" y="461962"/>
                  </a:lnTo>
                  <a:moveTo>
                    <a:pt x="247650" y="438150"/>
                  </a:moveTo>
                  <a:lnTo>
                    <a:pt x="247650" y="495300"/>
                  </a:lnTo>
                  <a:moveTo>
                    <a:pt x="152400" y="412432"/>
                  </a:moveTo>
                  <a:lnTo>
                    <a:pt x="123825" y="461962"/>
                  </a:lnTo>
                  <a:moveTo>
                    <a:pt x="82868" y="342900"/>
                  </a:moveTo>
                  <a:lnTo>
                    <a:pt x="33338" y="371475"/>
                  </a:lnTo>
                  <a:moveTo>
                    <a:pt x="57150" y="247650"/>
                  </a:moveTo>
                  <a:lnTo>
                    <a:pt x="0" y="247650"/>
                  </a:lnTo>
                  <a:moveTo>
                    <a:pt x="82868" y="152400"/>
                  </a:moveTo>
                  <a:lnTo>
                    <a:pt x="33338" y="123825"/>
                  </a:lnTo>
                  <a:moveTo>
                    <a:pt x="152400" y="82868"/>
                  </a:moveTo>
                  <a:lnTo>
                    <a:pt x="123825" y="33338"/>
                  </a:lnTo>
                </a:path>
              </a:pathLst>
            </a:custGeom>
            <a:noFill/>
            <a:ln w="14288">
              <a:solidFill>
                <a:schemeClr val="accent1"/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11028998" y="762000"/>
              <a:ext cx="134302" cy="106680"/>
            </a:xfrm>
            <a:custGeom>
              <a:avLst/>
              <a:gdLst/>
              <a:ahLst/>
              <a:cxnLst/>
              <a:rect l="l" t="t" r="r" b="b"/>
              <a:pathLst>
                <a:path w="134302" h="106680">
                  <a:moveTo>
                    <a:pt x="134302" y="0"/>
                  </a:moveTo>
                  <a:lnTo>
                    <a:pt x="0" y="106680"/>
                  </a:lnTo>
                </a:path>
              </a:pathLst>
            </a:custGeom>
            <a:noFill/>
            <a:ln w="23812" cap="rnd">
              <a:solidFill>
                <a:schemeClr val="accent2"/>
              </a:solidFill>
            </a:ln>
          </p:spPr>
        </p:sp>
        <p:sp>
          <p:nvSpPr>
            <p:cNvPr id="6" name="Ellipse 6"/>
            <p:cNvSpPr/>
            <p:nvPr/>
          </p:nvSpPr>
          <p:spPr>
            <a:xfrm>
              <a:off x="11134725" y="733425"/>
              <a:ext cx="57150" cy="571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</p:grpSp>
      <p:grpSp>
        <p:nvGrpSpPr>
          <p:cNvPr id="12" name="page-title"/>
          <p:cNvGrpSpPr/>
          <p:nvPr/>
        </p:nvGrpSpPr>
        <p:grpSpPr>
          <a:xfrm>
            <a:off x="593598" y="454342"/>
            <a:ext cx="6761417" cy="1285875"/>
            <a:chOff x="593598" y="454342"/>
            <a:chExt cx="6761417" cy="1285875"/>
          </a:xfrm>
        </p:grpSpPr>
        <p:sp>
          <p:nvSpPr>
            <p:cNvPr id="8" name="Rectangle 8"/>
            <p:cNvSpPr/>
            <p:nvPr/>
          </p:nvSpPr>
          <p:spPr>
            <a:xfrm>
              <a:off x="609600" y="514350"/>
              <a:ext cx="76200" cy="7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74192" y="454342"/>
              <a:ext cx="11151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spc="1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04 美术风格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93598" y="783908"/>
              <a:ext cx="6344393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美术双轨：像素世界 × 手绘卡面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98170" y="1300162"/>
              <a:ext cx="675684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除卡牌外全部像素化，卡牌是唯一的“纸上”元素</a:t>
              </a:r>
            </a:p>
          </p:txBody>
        </p:sp>
      </p:grpSp>
      <p:grpSp>
        <p:nvGrpSpPr>
          <p:cNvPr id="46" name="pixel-track"/>
          <p:cNvGrpSpPr/>
          <p:nvPr/>
        </p:nvGrpSpPr>
        <p:grpSpPr>
          <a:xfrm>
            <a:off x="600456" y="1905000"/>
            <a:ext cx="5343144" cy="4080701"/>
            <a:chOff x="600456" y="1905000"/>
            <a:chExt cx="5343144" cy="4080701"/>
          </a:xfrm>
        </p:grpSpPr>
        <p:grpSp>
          <p:nvGrpSpPr>
            <p:cNvPr id="42" name="pixel-city"/>
            <p:cNvGrpSpPr/>
            <p:nvPr/>
          </p:nvGrpSpPr>
          <p:grpSpPr>
            <a:xfrm>
              <a:off x="609600" y="1905000"/>
              <a:ext cx="5334000" cy="2857500"/>
              <a:chOff x="609600" y="1905000"/>
              <a:chExt cx="5334000" cy="2857500"/>
            </a:xfrm>
          </p:grpSpPr>
          <p:sp>
            <p:nvSpPr>
              <p:cNvPr id="13" name="Rectangle 13"/>
              <p:cNvSpPr/>
              <p:nvPr/>
            </p:nvSpPr>
            <p:spPr>
              <a:xfrm>
                <a:off x="609600" y="1905000"/>
                <a:ext cx="5334000" cy="2857500"/>
              </a:xfrm>
              <a:prstGeom prst="rect">
                <a:avLst/>
              </a:prstGeom>
              <a:gradFill>
                <a:gsLst>
                  <a:gs pos="0">
                    <a:schemeClr val="accent5"/>
                  </a:gs>
                  <a:gs pos="70000">
                    <a:srgbClr val="6A4552"/>
                  </a:gs>
                  <a:gs pos="100000">
                    <a:schemeClr val="accent3"/>
                  </a:gs>
                </a:gsLst>
                <a:lin ang="5400000" scaled="1"/>
              </a:gradFill>
              <a:ln>
                <a:noFill/>
              </a:ln>
            </p:spPr>
          </p:sp>
          <p:sp>
            <p:nvSpPr>
              <p:cNvPr id="14" name="Polygon 14"/>
              <p:cNvSpPr/>
              <p:nvPr/>
            </p:nvSpPr>
            <p:spPr>
              <a:xfrm>
                <a:off x="4152900" y="2247900"/>
                <a:ext cx="1790700" cy="762000"/>
              </a:xfrm>
              <a:custGeom>
                <a:avLst/>
                <a:gdLst/>
                <a:ahLst/>
                <a:cxnLst/>
                <a:rect l="l" t="t" r="r" b="b"/>
                <a:pathLst>
                  <a:path w="1790700" h="762000">
                    <a:moveTo>
                      <a:pt x="0" y="304800"/>
                    </a:moveTo>
                    <a:lnTo>
                      <a:pt x="1790700" y="0"/>
                    </a:lnTo>
                    <a:lnTo>
                      <a:pt x="1790700" y="76200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2">
                      <a:alpha val="55000"/>
                    </a:schemeClr>
                  </a:gs>
                  <a:gs pos="100000">
                    <a:schemeClr val="accent2">
                      <a:alpha val="0"/>
                    </a:schemeClr>
                  </a:gs>
                </a:gsLst>
                <a:lin ang="0" scaled="1"/>
              </a:gradFill>
              <a:ln>
                <a:noFill/>
              </a:ln>
            </p:spPr>
          </p:sp>
          <p:sp>
            <p:nvSpPr>
              <p:cNvPr id="15" name="Rectangle 15"/>
              <p:cNvSpPr/>
              <p:nvPr/>
            </p:nvSpPr>
            <p:spPr>
              <a:xfrm>
                <a:off x="1066800" y="2133600"/>
                <a:ext cx="38100" cy="38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</p:sp>
          <p:sp>
            <p:nvSpPr>
              <p:cNvPr id="16" name="Rectangle 16"/>
              <p:cNvSpPr/>
              <p:nvPr/>
            </p:nvSpPr>
            <p:spPr>
              <a:xfrm>
                <a:off x="1981200" y="2362200"/>
                <a:ext cx="38100" cy="381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17" name="Rectangle 17"/>
              <p:cNvSpPr/>
              <p:nvPr/>
            </p:nvSpPr>
            <p:spPr>
              <a:xfrm>
                <a:off x="2895600" y="2057400"/>
                <a:ext cx="76200" cy="76200"/>
              </a:xfrm>
              <a:prstGeom prst="rect">
                <a:avLst/>
              </a:prstGeom>
              <a:solidFill>
                <a:schemeClr val="dk1">
                  <a:alpha val="70000"/>
                </a:schemeClr>
              </a:solidFill>
              <a:ln>
                <a:noFill/>
              </a:ln>
            </p:spPr>
          </p:sp>
          <p:sp>
            <p:nvSpPr>
              <p:cNvPr id="18" name="Rectangle 18"/>
              <p:cNvSpPr/>
              <p:nvPr/>
            </p:nvSpPr>
            <p:spPr>
              <a:xfrm>
                <a:off x="5105400" y="3162300"/>
                <a:ext cx="38100" cy="38100"/>
              </a:xfrm>
              <a:prstGeom prst="rect">
                <a:avLst/>
              </a:prstGeom>
              <a:solidFill>
                <a:schemeClr val="dk1">
                  <a:alpha val="60000"/>
                </a:schemeClr>
              </a:solidFill>
              <a:ln>
                <a:noFill/>
              </a:ln>
            </p:spPr>
          </p:sp>
          <p:sp>
            <p:nvSpPr>
              <p:cNvPr id="19" name="Rectangle 19"/>
              <p:cNvSpPr/>
              <p:nvPr/>
            </p:nvSpPr>
            <p:spPr>
              <a:xfrm>
                <a:off x="609600" y="3848100"/>
                <a:ext cx="685800" cy="914400"/>
              </a:xfrm>
              <a:prstGeom prst="rect">
                <a:avLst/>
              </a:prstGeom>
              <a:solidFill>
                <a:srgbClr val="10162D"/>
              </a:solidFill>
              <a:ln>
                <a:noFill/>
              </a:ln>
            </p:spPr>
          </p:sp>
          <p:sp>
            <p:nvSpPr>
              <p:cNvPr id="20" name="Rectangle 20"/>
              <p:cNvSpPr/>
              <p:nvPr/>
            </p:nvSpPr>
            <p:spPr>
              <a:xfrm>
                <a:off x="1295400" y="3619500"/>
                <a:ext cx="533400" cy="11430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21" name="Rectangle 21"/>
              <p:cNvSpPr/>
              <p:nvPr/>
            </p:nvSpPr>
            <p:spPr>
              <a:xfrm>
                <a:off x="1828800" y="4000500"/>
                <a:ext cx="609600" cy="762000"/>
              </a:xfrm>
              <a:prstGeom prst="rect">
                <a:avLst/>
              </a:prstGeom>
              <a:solidFill>
                <a:srgbClr val="10162D"/>
              </a:solidFill>
              <a:ln>
                <a:noFill/>
              </a:ln>
            </p:spPr>
          </p:sp>
          <p:sp>
            <p:nvSpPr>
              <p:cNvPr id="22" name="Rectangle 22"/>
              <p:cNvSpPr/>
              <p:nvPr/>
            </p:nvSpPr>
            <p:spPr>
              <a:xfrm>
                <a:off x="2438400" y="3467100"/>
                <a:ext cx="457200" cy="1295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23" name="Rectangle 23"/>
              <p:cNvSpPr/>
              <p:nvPr/>
            </p:nvSpPr>
            <p:spPr>
              <a:xfrm>
                <a:off x="2895600" y="3924300"/>
                <a:ext cx="685800" cy="838200"/>
              </a:xfrm>
              <a:prstGeom prst="rect">
                <a:avLst/>
              </a:prstGeom>
              <a:solidFill>
                <a:srgbClr val="10162D"/>
              </a:solidFill>
              <a:ln>
                <a:noFill/>
              </a:ln>
            </p:spPr>
          </p:sp>
          <p:sp>
            <p:nvSpPr>
              <p:cNvPr id="24" name="Rectangle 24"/>
              <p:cNvSpPr/>
              <p:nvPr/>
            </p:nvSpPr>
            <p:spPr>
              <a:xfrm>
                <a:off x="4572000" y="3771900"/>
                <a:ext cx="609600" cy="9906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25" name="Rectangle 25"/>
              <p:cNvSpPr/>
              <p:nvPr/>
            </p:nvSpPr>
            <p:spPr>
              <a:xfrm>
                <a:off x="5181600" y="4076700"/>
                <a:ext cx="762000" cy="685800"/>
              </a:xfrm>
              <a:prstGeom prst="rect">
                <a:avLst/>
              </a:prstGeom>
              <a:solidFill>
                <a:srgbClr val="10162D"/>
              </a:solidFill>
              <a:ln>
                <a:noFill/>
              </a:ln>
            </p:spPr>
          </p:sp>
          <p:sp>
            <p:nvSpPr>
              <p:cNvPr id="26" name="Rectangle 26"/>
              <p:cNvSpPr/>
              <p:nvPr/>
            </p:nvSpPr>
            <p:spPr>
              <a:xfrm>
                <a:off x="3962400" y="2705100"/>
                <a:ext cx="381000" cy="2057400"/>
              </a:xfrm>
              <a:prstGeom prst="rect">
                <a:avLst/>
              </a:prstGeom>
              <a:solidFill>
                <a:srgbClr val="0D1226"/>
              </a:solidFill>
              <a:ln>
                <a:noFill/>
              </a:ln>
            </p:spPr>
          </p:sp>
          <p:sp>
            <p:nvSpPr>
              <p:cNvPr id="27" name="Rectangle 27"/>
              <p:cNvSpPr/>
              <p:nvPr/>
            </p:nvSpPr>
            <p:spPr>
              <a:xfrm>
                <a:off x="3886200" y="2628900"/>
                <a:ext cx="533400" cy="76200"/>
              </a:xfrm>
              <a:prstGeom prst="rect">
                <a:avLst/>
              </a:prstGeom>
              <a:solidFill>
                <a:srgbClr val="0D1226"/>
              </a:solidFill>
              <a:ln>
                <a:noFill/>
              </a:ln>
            </p:spPr>
          </p:sp>
          <p:sp>
            <p:nvSpPr>
              <p:cNvPr id="28" name="Rectangle 28"/>
              <p:cNvSpPr/>
              <p:nvPr/>
            </p:nvSpPr>
            <p:spPr>
              <a:xfrm>
                <a:off x="4000500" y="2438400"/>
                <a:ext cx="304800" cy="1905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29" name="Rectangle 29"/>
              <p:cNvSpPr/>
              <p:nvPr/>
            </p:nvSpPr>
            <p:spPr>
              <a:xfrm>
                <a:off x="4076700" y="2495550"/>
                <a:ext cx="152400" cy="76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</p:sp>
          <p:sp>
            <p:nvSpPr>
              <p:cNvPr id="30" name="Rectangle 30"/>
              <p:cNvSpPr/>
              <p:nvPr/>
            </p:nvSpPr>
            <p:spPr>
              <a:xfrm>
                <a:off x="4038600" y="2362200"/>
                <a:ext cx="228600" cy="76200"/>
              </a:xfrm>
              <a:prstGeom prst="rect">
                <a:avLst/>
              </a:prstGeom>
              <a:solidFill>
                <a:srgbClr val="0D1226"/>
              </a:solidFill>
              <a:ln>
                <a:noFill/>
              </a:ln>
            </p:spPr>
          </p:sp>
          <p:sp>
            <p:nvSpPr>
              <p:cNvPr id="31" name="Rectangle 31"/>
              <p:cNvSpPr/>
              <p:nvPr/>
            </p:nvSpPr>
            <p:spPr>
              <a:xfrm>
                <a:off x="4114800" y="2286000"/>
                <a:ext cx="76200" cy="76200"/>
              </a:xfrm>
              <a:prstGeom prst="rect">
                <a:avLst/>
              </a:prstGeom>
              <a:solidFill>
                <a:srgbClr val="0D1226"/>
              </a:solidFill>
              <a:ln>
                <a:noFill/>
              </a:ln>
            </p:spPr>
          </p:sp>
          <p:sp>
            <p:nvSpPr>
              <p:cNvPr id="32" name="Rectangle 32"/>
              <p:cNvSpPr/>
              <p:nvPr/>
            </p:nvSpPr>
            <p:spPr>
              <a:xfrm>
                <a:off x="1447800" y="3771900"/>
                <a:ext cx="76200" cy="762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33" name="Rectangle 33"/>
              <p:cNvSpPr/>
              <p:nvPr/>
            </p:nvSpPr>
            <p:spPr>
              <a:xfrm>
                <a:off x="1600200" y="4000500"/>
                <a:ext cx="76200" cy="762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34" name="Rectangle 34"/>
              <p:cNvSpPr/>
              <p:nvPr/>
            </p:nvSpPr>
            <p:spPr>
              <a:xfrm>
                <a:off x="2590800" y="3619500"/>
                <a:ext cx="76200" cy="762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35" name="Rectangle 35"/>
              <p:cNvSpPr/>
              <p:nvPr/>
            </p:nvSpPr>
            <p:spPr>
              <a:xfrm>
                <a:off x="2590800" y="3924300"/>
                <a:ext cx="76200" cy="76200"/>
              </a:xfrm>
              <a:prstGeom prst="rect">
                <a:avLst/>
              </a:prstGeom>
              <a:solidFill>
                <a:schemeClr val="accent2">
                  <a:alpha val="60000"/>
                </a:schemeClr>
              </a:solidFill>
              <a:ln>
                <a:noFill/>
              </a:ln>
            </p:spPr>
          </p:sp>
          <p:sp>
            <p:nvSpPr>
              <p:cNvPr id="36" name="Rectangle 36"/>
              <p:cNvSpPr/>
              <p:nvPr/>
            </p:nvSpPr>
            <p:spPr>
              <a:xfrm>
                <a:off x="4724400" y="3924300"/>
                <a:ext cx="76200" cy="762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37" name="Rectangle 37"/>
              <p:cNvSpPr/>
              <p:nvPr/>
            </p:nvSpPr>
            <p:spPr>
              <a:xfrm>
                <a:off x="4953000" y="4152900"/>
                <a:ext cx="76200" cy="762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38" name="Rectangle 38"/>
              <p:cNvSpPr/>
              <p:nvPr/>
            </p:nvSpPr>
            <p:spPr>
              <a:xfrm>
                <a:off x="2057400" y="4152900"/>
                <a:ext cx="76200" cy="76200"/>
              </a:xfrm>
              <a:prstGeom prst="rect">
                <a:avLst/>
              </a:prstGeom>
              <a:solidFill>
                <a:schemeClr val="accent2">
                  <a:alpha val="70000"/>
                </a:schemeClr>
              </a:solidFill>
              <a:ln>
                <a:noFill/>
              </a:ln>
            </p:spPr>
          </p:sp>
          <p:sp>
            <p:nvSpPr>
              <p:cNvPr id="39" name="Rectangle 39"/>
              <p:cNvSpPr/>
              <p:nvPr/>
            </p:nvSpPr>
            <p:spPr>
              <a:xfrm>
                <a:off x="3200400" y="4381500"/>
                <a:ext cx="152400" cy="152400"/>
              </a:xfrm>
              <a:prstGeom prst="rect">
                <a:avLst/>
              </a:prstGeom>
              <a:solidFill>
                <a:srgbClr val="AFA9C2">
                  <a:alpha val="80000"/>
                </a:srgbClr>
              </a:solidFill>
              <a:ln>
                <a:noFill/>
              </a:ln>
            </p:spPr>
          </p:sp>
          <p:sp>
            <p:nvSpPr>
              <p:cNvPr id="40" name="Rectangle 40"/>
              <p:cNvSpPr/>
              <p:nvPr/>
            </p:nvSpPr>
            <p:spPr>
              <a:xfrm>
                <a:off x="3238500" y="4305300"/>
                <a:ext cx="76200" cy="76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</p:sp>
          <p:sp>
            <p:nvSpPr>
              <p:cNvPr id="41" name="Rectangle 41"/>
              <p:cNvSpPr/>
              <p:nvPr/>
            </p:nvSpPr>
            <p:spPr>
              <a:xfrm>
                <a:off x="609600" y="4610100"/>
                <a:ext cx="5334000" cy="152400"/>
              </a:xfrm>
              <a:prstGeom prst="rect">
                <a:avLst/>
              </a:prstGeom>
              <a:solidFill>
                <a:srgbClr val="0B1022"/>
              </a:solidFill>
              <a:ln>
                <a:noFill/>
              </a:ln>
            </p:spPr>
          </p:sp>
        </p:grpSp>
        <p:sp>
          <p:nvSpPr>
            <p:cNvPr id="43" name="TextBox 43"/>
            <p:cNvSpPr txBox="1"/>
            <p:nvPr/>
          </p:nvSpPr>
          <p:spPr>
            <a:xfrm>
              <a:off x="602742" y="5035868"/>
              <a:ext cx="80124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spc="1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像素场景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00456" y="5330190"/>
              <a:ext cx="279280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角色 · 敌人 · 地图 · 界面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02742" y="5721668"/>
              <a:ext cx="32849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统一像素网格，动作与地图信息清楚可读</a:t>
              </a:r>
            </a:p>
          </p:txBody>
        </p:sp>
      </p:grpSp>
      <p:sp>
        <p:nvSpPr>
          <p:cNvPr id="47" name="Line 47"/>
          <p:cNvSpPr/>
          <p:nvPr/>
        </p:nvSpPr>
        <p:spPr>
          <a:xfrm>
            <a:off x="6248400" y="2057400"/>
            <a:ext cx="9525" cy="4000500"/>
          </a:xfrm>
          <a:custGeom>
            <a:avLst/>
            <a:gdLst/>
            <a:ahLst/>
            <a:cxnLst/>
            <a:rect l="l" t="t" r="r" b="b"/>
            <a:pathLst>
              <a:path w="9525" h="4000500">
                <a:moveTo>
                  <a:pt x="0" y="0"/>
                </a:moveTo>
                <a:lnTo>
                  <a:pt x="0" y="4000500"/>
                </a:lnTo>
              </a:path>
            </a:pathLst>
          </a:custGeom>
          <a:noFill/>
          <a:ln w="9525">
            <a:solidFill>
              <a:srgbClr val="3B4670"/>
            </a:solidFill>
          </a:ln>
        </p:spPr>
      </p:sp>
      <p:grpSp>
        <p:nvGrpSpPr>
          <p:cNvPr id="66" name="card-track"/>
          <p:cNvGrpSpPr/>
          <p:nvPr/>
        </p:nvGrpSpPr>
        <p:grpSpPr>
          <a:xfrm>
            <a:off x="6544056" y="1861801"/>
            <a:ext cx="3502813" cy="4123900"/>
            <a:chOff x="6544056" y="1861801"/>
            <a:chExt cx="3502813" cy="4123900"/>
          </a:xfrm>
        </p:grpSpPr>
        <p:sp>
          <p:nvSpPr>
            <p:cNvPr id="48" name="Rectangle 48"/>
            <p:cNvSpPr/>
            <p:nvPr/>
          </p:nvSpPr>
          <p:spPr>
            <a:xfrm rot="480000">
              <a:off x="7962900" y="1981200"/>
              <a:ext cx="1905000" cy="2705100"/>
            </a:xfrm>
            <a:prstGeom prst="roundRect">
              <a:avLst>
                <a:gd name="adj" fmla="val 6000"/>
              </a:avLst>
            </a:prstGeom>
            <a:solidFill>
              <a:schemeClr val="dk1">
                <a:alpha val="25000"/>
              </a:schemeClr>
            </a:solidFill>
            <a:ln w="14288">
              <a:solidFill>
                <a:schemeClr val="accent1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7810500" y="1943100"/>
              <a:ext cx="1905000" cy="2705100"/>
            </a:xfrm>
            <a:prstGeom prst="roundRect">
              <a:avLst>
                <a:gd name="adj" fmla="val 6000"/>
              </a:avLst>
            </a:prstGeom>
            <a:solidFill>
              <a:schemeClr val="dk1"/>
            </a:solidFill>
            <a:ln w="28575">
              <a:solidFill>
                <a:schemeClr val="accent1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7924800" y="2057400"/>
              <a:ext cx="1676400" cy="2476500"/>
            </a:xfrm>
            <a:prstGeom prst="roundRect">
              <a:avLst>
                <a:gd name="adj" fmla="val 4545"/>
              </a:avLst>
            </a:prstGeom>
            <a:noFill/>
            <a:ln w="9525">
              <a:solidFill>
                <a:srgbClr val="1A1A22">
                  <a:alpha val="50000"/>
                </a:srgbClr>
              </a:solidFill>
            </a:ln>
          </p:spPr>
        </p:sp>
        <p:sp>
          <p:nvSpPr>
            <p:cNvPr id="51" name="Ellipse 51"/>
            <p:cNvSpPr/>
            <p:nvPr/>
          </p:nvSpPr>
          <p:spPr>
            <a:xfrm>
              <a:off x="7924800" y="2057400"/>
              <a:ext cx="266700" cy="266700"/>
            </a:xfrm>
            <a:prstGeom prst="ellipse">
              <a:avLst/>
            </a:prstGeom>
            <a:solidFill>
              <a:srgbClr val="D9573B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8005408" y="211836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505444" y="2121218"/>
              <a:ext cx="7818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A1A22"/>
                  </a:solidFill>
                  <a:latin typeface="+mj-lt"/>
                  <a:ea typeface="+mj-ea"/>
                  <a:cs typeface="+mj-cs"/>
                </a:rPr>
                <a:t>灵性之火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8077200" y="2400300"/>
              <a:ext cx="1371600" cy="1181100"/>
            </a:xfrm>
            <a:prstGeom prst="roundRect">
              <a:avLst>
                <a:gd name="adj" fmla="val 3226"/>
              </a:avLst>
            </a:prstGeom>
            <a:noFill/>
            <a:ln w="14288">
              <a:solidFill>
                <a:srgbClr val="1A1A22"/>
              </a:solidFill>
            </a:ln>
          </p:spPr>
        </p:sp>
        <p:sp>
          <p:nvSpPr>
            <p:cNvPr id="55" name="Ellipse 55"/>
            <p:cNvSpPr/>
            <p:nvPr/>
          </p:nvSpPr>
          <p:spPr>
            <a:xfrm>
              <a:off x="8343900" y="2571750"/>
              <a:ext cx="838200" cy="838200"/>
            </a:xfrm>
            <a:prstGeom prst="ellipse">
              <a:avLst/>
            </a:prstGeom>
            <a:noFill/>
            <a:ln w="9525">
              <a:solidFill>
                <a:srgbClr val="1A1A22"/>
              </a:solidFill>
              <a:custDash>
                <a:ds d="300000" sp="300000"/>
              </a:custDash>
            </a:ln>
          </p:spPr>
        </p:sp>
        <p:grpSp>
          <p:nvGrpSpPr>
            <p:cNvPr id="58" name="Group 58"/>
            <p:cNvGrpSpPr/>
            <p:nvPr/>
          </p:nvGrpSpPr>
          <p:grpSpPr>
            <a:xfrm>
              <a:off x="8511794" y="2788596"/>
              <a:ext cx="502339" cy="369067"/>
              <a:chOff x="8511794" y="2788596"/>
              <a:chExt cx="502339" cy="369067"/>
            </a:xfrm>
          </p:grpSpPr>
          <p:sp>
            <p:nvSpPr>
              <p:cNvPr id="56" name="Freeform 56"/>
              <p:cNvSpPr/>
              <p:nvPr/>
            </p:nvSpPr>
            <p:spPr>
              <a:xfrm>
                <a:off x="8529013" y="2856128"/>
                <a:ext cx="467973" cy="284740"/>
              </a:xfrm>
              <a:custGeom>
                <a:avLst/>
                <a:gdLst/>
                <a:ahLst/>
                <a:cxnLst/>
                <a:rect l="l" t="t" r="r" b="b"/>
                <a:pathLst>
                  <a:path w="467973" h="284740">
                    <a:moveTo>
                      <a:pt x="233987" y="284740"/>
                    </a:moveTo>
                    <a:cubicBezTo>
                      <a:pt x="201962" y="284740"/>
                      <a:pt x="149039" y="284365"/>
                      <a:pt x="88135" y="247986"/>
                    </a:cubicBezTo>
                    <a:cubicBezTo>
                      <a:pt x="27232" y="211606"/>
                      <a:pt x="7521" y="165975"/>
                      <a:pt x="1208" y="142681"/>
                    </a:cubicBezTo>
                    <a:cubicBezTo>
                      <a:pt x="0" y="138459"/>
                      <a:pt x="521" y="133930"/>
                      <a:pt x="2654" y="130092"/>
                    </a:cubicBezTo>
                    <a:cubicBezTo>
                      <a:pt x="4788" y="126254"/>
                      <a:pt x="8361" y="123422"/>
                      <a:pt x="12584" y="122220"/>
                    </a:cubicBezTo>
                    <a:cubicBezTo>
                      <a:pt x="33621" y="116980"/>
                      <a:pt x="55564" y="116525"/>
                      <a:pt x="76800" y="120886"/>
                    </a:cubicBezTo>
                    <a:lnTo>
                      <a:pt x="76800" y="120886"/>
                    </a:lnTo>
                    <a:cubicBezTo>
                      <a:pt x="60902" y="71130"/>
                      <a:pt x="68466" y="32459"/>
                      <a:pt x="74717" y="13144"/>
                    </a:cubicBezTo>
                    <a:cubicBezTo>
                      <a:pt x="77428" y="4901"/>
                      <a:pt x="85887" y="0"/>
                      <a:pt x="94386" y="1747"/>
                    </a:cubicBezTo>
                    <a:cubicBezTo>
                      <a:pt x="110138" y="5101"/>
                      <a:pt x="136641" y="13873"/>
                      <a:pt x="164395" y="36376"/>
                    </a:cubicBezTo>
                    <a:lnTo>
                      <a:pt x="164395" y="36376"/>
                    </a:lnTo>
                    <a:cubicBezTo>
                      <a:pt x="155025" y="61984"/>
                      <a:pt x="150366" y="89077"/>
                      <a:pt x="150643" y="116344"/>
                    </a:cubicBezTo>
                    <a:cubicBezTo>
                      <a:pt x="150643" y="238901"/>
                      <a:pt x="233987" y="284740"/>
                      <a:pt x="233987" y="284740"/>
                    </a:cubicBezTo>
                    <a:close/>
                    <a:moveTo>
                      <a:pt x="455389" y="122220"/>
                    </a:moveTo>
                    <a:cubicBezTo>
                      <a:pt x="434353" y="116980"/>
                      <a:pt x="412409" y="116525"/>
                      <a:pt x="391173" y="120886"/>
                    </a:cubicBezTo>
                    <a:lnTo>
                      <a:pt x="391173" y="120886"/>
                    </a:lnTo>
                    <a:cubicBezTo>
                      <a:pt x="407071" y="71130"/>
                      <a:pt x="399507" y="32459"/>
                      <a:pt x="393257" y="13144"/>
                    </a:cubicBezTo>
                    <a:cubicBezTo>
                      <a:pt x="390545" y="4901"/>
                      <a:pt x="382087" y="0"/>
                      <a:pt x="373587" y="1747"/>
                    </a:cubicBezTo>
                    <a:cubicBezTo>
                      <a:pt x="357919" y="5101"/>
                      <a:pt x="331415" y="13831"/>
                      <a:pt x="303662" y="36376"/>
                    </a:cubicBezTo>
                    <a:lnTo>
                      <a:pt x="303662" y="36376"/>
                    </a:lnTo>
                    <a:cubicBezTo>
                      <a:pt x="313003" y="61990"/>
                      <a:pt x="317634" y="89082"/>
                      <a:pt x="317330" y="116344"/>
                    </a:cubicBezTo>
                    <a:cubicBezTo>
                      <a:pt x="317330" y="238901"/>
                      <a:pt x="233987" y="284740"/>
                      <a:pt x="233987" y="284740"/>
                    </a:cubicBezTo>
                    <a:cubicBezTo>
                      <a:pt x="266011" y="284740"/>
                      <a:pt x="318935" y="284365"/>
                      <a:pt x="379838" y="247986"/>
                    </a:cubicBezTo>
                    <a:cubicBezTo>
                      <a:pt x="440742" y="211606"/>
                      <a:pt x="460452" y="166017"/>
                      <a:pt x="466766" y="142681"/>
                    </a:cubicBezTo>
                    <a:cubicBezTo>
                      <a:pt x="467973" y="138459"/>
                      <a:pt x="467453" y="133930"/>
                      <a:pt x="465319" y="130092"/>
                    </a:cubicBezTo>
                    <a:cubicBezTo>
                      <a:pt x="463185" y="126254"/>
                      <a:pt x="459613" y="123422"/>
                      <a:pt x="455389" y="122220"/>
                    </a:cubicBezTo>
                    <a:close/>
                  </a:path>
                </a:pathLst>
              </a:custGeom>
              <a:solidFill>
                <a:srgbClr val="1A1A22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8511794" y="2788596"/>
                <a:ext cx="502339" cy="369067"/>
              </a:xfrm>
              <a:custGeom>
                <a:avLst/>
                <a:gdLst/>
                <a:ahLst/>
                <a:cxnLst/>
                <a:rect l="l" t="t" r="r" b="b"/>
                <a:pathLst>
                  <a:path w="502339" h="369067">
                    <a:moveTo>
                      <a:pt x="496716" y="188982"/>
                    </a:moveTo>
                    <a:cubicBezTo>
                      <a:pt x="492421" y="181436"/>
                      <a:pt x="485273" y="175933"/>
                      <a:pt x="476880" y="173709"/>
                    </a:cubicBezTo>
                    <a:cubicBezTo>
                      <a:pt x="461807" y="169829"/>
                      <a:pt x="446230" y="168269"/>
                      <a:pt x="430687" y="169084"/>
                    </a:cubicBezTo>
                    <a:cubicBezTo>
                      <a:pt x="439021" y="127724"/>
                      <a:pt x="432770" y="95012"/>
                      <a:pt x="426395" y="75614"/>
                    </a:cubicBezTo>
                    <a:cubicBezTo>
                      <a:pt x="421129" y="59103"/>
                      <a:pt x="404184" y="49292"/>
                      <a:pt x="387244" y="52944"/>
                    </a:cubicBezTo>
                    <a:cubicBezTo>
                      <a:pt x="366042" y="57666"/>
                      <a:pt x="345881" y="66225"/>
                      <a:pt x="327757" y="78197"/>
                    </a:cubicBezTo>
                    <a:cubicBezTo>
                      <a:pt x="314484" y="51082"/>
                      <a:pt x="295158" y="27379"/>
                      <a:pt x="271271" y="8918"/>
                    </a:cubicBezTo>
                    <a:cubicBezTo>
                      <a:pt x="259381" y="0"/>
                      <a:pt x="243031" y="0"/>
                      <a:pt x="231141" y="8918"/>
                    </a:cubicBezTo>
                    <a:cubicBezTo>
                      <a:pt x="207249" y="27374"/>
                      <a:pt x="187922" y="51078"/>
                      <a:pt x="174655" y="78197"/>
                    </a:cubicBezTo>
                    <a:cubicBezTo>
                      <a:pt x="156531" y="66225"/>
                      <a:pt x="136370" y="57666"/>
                      <a:pt x="115168" y="52944"/>
                    </a:cubicBezTo>
                    <a:cubicBezTo>
                      <a:pt x="98227" y="49292"/>
                      <a:pt x="81283" y="59103"/>
                      <a:pt x="76017" y="75614"/>
                    </a:cubicBezTo>
                    <a:cubicBezTo>
                      <a:pt x="69767" y="95012"/>
                      <a:pt x="63516" y="127703"/>
                      <a:pt x="71725" y="169084"/>
                    </a:cubicBezTo>
                    <a:cubicBezTo>
                      <a:pt x="56182" y="168269"/>
                      <a:pt x="40605" y="169829"/>
                      <a:pt x="25532" y="173709"/>
                    </a:cubicBezTo>
                    <a:cubicBezTo>
                      <a:pt x="17139" y="175933"/>
                      <a:pt x="9991" y="181436"/>
                      <a:pt x="5696" y="188982"/>
                    </a:cubicBezTo>
                    <a:cubicBezTo>
                      <a:pt x="1201" y="196712"/>
                      <a:pt x="0" y="205924"/>
                      <a:pt x="2362" y="214548"/>
                    </a:cubicBezTo>
                    <a:cubicBezTo>
                      <a:pt x="9426" y="240738"/>
                      <a:pt x="31116" y="290557"/>
                      <a:pt x="96812" y="329812"/>
                    </a:cubicBezTo>
                    <a:cubicBezTo>
                      <a:pt x="162507" y="369067"/>
                      <a:pt x="220223" y="368942"/>
                      <a:pt x="251310" y="368942"/>
                    </a:cubicBezTo>
                    <a:cubicBezTo>
                      <a:pt x="282397" y="368942"/>
                      <a:pt x="340217" y="368942"/>
                      <a:pt x="405496" y="329812"/>
                    </a:cubicBezTo>
                    <a:cubicBezTo>
                      <a:pt x="471192" y="290557"/>
                      <a:pt x="492882" y="240738"/>
                      <a:pt x="499945" y="214548"/>
                    </a:cubicBezTo>
                    <a:cubicBezTo>
                      <a:pt x="502339" y="205937"/>
                      <a:pt x="501176" y="196726"/>
                      <a:pt x="496716" y="188982"/>
                    </a:cubicBezTo>
                    <a:close/>
                    <a:moveTo>
                      <a:pt x="107730" y="85865"/>
                    </a:moveTo>
                    <a:cubicBezTo>
                      <a:pt x="107781" y="85650"/>
                      <a:pt x="107992" y="85513"/>
                      <a:pt x="108209" y="85552"/>
                    </a:cubicBezTo>
                    <a:cubicBezTo>
                      <a:pt x="127596" y="89932"/>
                      <a:pt x="145892" y="98204"/>
                      <a:pt x="161986" y="109868"/>
                    </a:cubicBezTo>
                    <a:cubicBezTo>
                      <a:pt x="154658" y="133841"/>
                      <a:pt x="151019" y="158789"/>
                      <a:pt x="151193" y="183856"/>
                    </a:cubicBezTo>
                    <a:cubicBezTo>
                      <a:pt x="151193" y="222903"/>
                      <a:pt x="159049" y="254699"/>
                      <a:pt x="170175" y="280285"/>
                    </a:cubicBezTo>
                    <a:cubicBezTo>
                      <a:pt x="154357" y="264453"/>
                      <a:pt x="140671" y="246627"/>
                      <a:pt x="129462" y="227258"/>
                    </a:cubicBezTo>
                    <a:cubicBezTo>
                      <a:pt x="91915" y="161874"/>
                      <a:pt x="99729" y="110576"/>
                      <a:pt x="107730" y="85865"/>
                    </a:cubicBezTo>
                    <a:close/>
                    <a:moveTo>
                      <a:pt x="113980" y="301204"/>
                    </a:moveTo>
                    <a:cubicBezTo>
                      <a:pt x="58411" y="268033"/>
                      <a:pt x="40388" y="227362"/>
                      <a:pt x="34512" y="205797"/>
                    </a:cubicBezTo>
                    <a:cubicBezTo>
                      <a:pt x="49844" y="202022"/>
                      <a:pt x="65753" y="201195"/>
                      <a:pt x="81393" y="203359"/>
                    </a:cubicBezTo>
                    <a:cubicBezTo>
                      <a:pt x="86615" y="217345"/>
                      <a:pt x="92992" y="230873"/>
                      <a:pt x="100458" y="243801"/>
                    </a:cubicBezTo>
                    <a:cubicBezTo>
                      <a:pt x="118791" y="275408"/>
                      <a:pt x="142808" y="303353"/>
                      <a:pt x="171300" y="326228"/>
                    </a:cubicBezTo>
                    <a:cubicBezTo>
                      <a:pt x="151153" y="320436"/>
                      <a:pt x="131854" y="312022"/>
                      <a:pt x="113897" y="301204"/>
                    </a:cubicBezTo>
                    <a:close/>
                    <a:moveTo>
                      <a:pt x="251206" y="332271"/>
                    </a:moveTo>
                    <a:cubicBezTo>
                      <a:pt x="231766" y="317811"/>
                      <a:pt x="184531" y="273451"/>
                      <a:pt x="184531" y="183856"/>
                    </a:cubicBezTo>
                    <a:cubicBezTo>
                      <a:pt x="184531" y="95366"/>
                      <a:pt x="231162" y="50652"/>
                      <a:pt x="251206" y="35567"/>
                    </a:cubicBezTo>
                    <a:cubicBezTo>
                      <a:pt x="271250" y="50694"/>
                      <a:pt x="317881" y="95408"/>
                      <a:pt x="317881" y="183898"/>
                    </a:cubicBezTo>
                    <a:cubicBezTo>
                      <a:pt x="317881" y="273451"/>
                      <a:pt x="270646" y="317811"/>
                      <a:pt x="251206" y="332271"/>
                    </a:cubicBezTo>
                    <a:close/>
                    <a:moveTo>
                      <a:pt x="340425" y="109868"/>
                    </a:moveTo>
                    <a:cubicBezTo>
                      <a:pt x="356521" y="98212"/>
                      <a:pt x="374817" y="89947"/>
                      <a:pt x="394203" y="85573"/>
                    </a:cubicBezTo>
                    <a:cubicBezTo>
                      <a:pt x="394420" y="85534"/>
                      <a:pt x="394631" y="85671"/>
                      <a:pt x="394682" y="85886"/>
                    </a:cubicBezTo>
                    <a:cubicBezTo>
                      <a:pt x="402683" y="110576"/>
                      <a:pt x="410497" y="161874"/>
                      <a:pt x="372950" y="227258"/>
                    </a:cubicBezTo>
                    <a:cubicBezTo>
                      <a:pt x="361751" y="246653"/>
                      <a:pt x="348064" y="264501"/>
                      <a:pt x="332237" y="280348"/>
                    </a:cubicBezTo>
                    <a:cubicBezTo>
                      <a:pt x="343363" y="254803"/>
                      <a:pt x="351218" y="222965"/>
                      <a:pt x="351218" y="183919"/>
                    </a:cubicBezTo>
                    <a:cubicBezTo>
                      <a:pt x="351399" y="158831"/>
                      <a:pt x="347760" y="133861"/>
                      <a:pt x="340425" y="109868"/>
                    </a:cubicBezTo>
                    <a:close/>
                    <a:moveTo>
                      <a:pt x="467900" y="205838"/>
                    </a:moveTo>
                    <a:cubicBezTo>
                      <a:pt x="462128" y="227195"/>
                      <a:pt x="444147" y="267950"/>
                      <a:pt x="388536" y="301204"/>
                    </a:cubicBezTo>
                    <a:cubicBezTo>
                      <a:pt x="370578" y="312015"/>
                      <a:pt x="351279" y="320421"/>
                      <a:pt x="331133" y="326207"/>
                    </a:cubicBezTo>
                    <a:cubicBezTo>
                      <a:pt x="359625" y="303332"/>
                      <a:pt x="383642" y="275387"/>
                      <a:pt x="401975" y="243780"/>
                    </a:cubicBezTo>
                    <a:cubicBezTo>
                      <a:pt x="409441" y="230852"/>
                      <a:pt x="415818" y="217325"/>
                      <a:pt x="421040" y="203338"/>
                    </a:cubicBezTo>
                    <a:cubicBezTo>
                      <a:pt x="436676" y="201183"/>
                      <a:pt x="452579" y="202025"/>
                      <a:pt x="467900" y="205817"/>
                    </a:cubicBezTo>
                    <a:close/>
                  </a:path>
                </a:pathLst>
              </a:custGeom>
              <a:solidFill>
                <a:srgbClr val="1A1A22"/>
              </a:solidFill>
              <a:ln>
                <a:noFill/>
              </a:ln>
            </p:spPr>
          </p:sp>
        </p:grpSp>
        <p:sp>
          <p:nvSpPr>
            <p:cNvPr id="59" name="Rectangle 59"/>
            <p:cNvSpPr/>
            <p:nvPr/>
          </p:nvSpPr>
          <p:spPr>
            <a:xfrm>
              <a:off x="8191500" y="3771900"/>
              <a:ext cx="1143000" cy="28575"/>
            </a:xfrm>
            <a:prstGeom prst="rect">
              <a:avLst/>
            </a:prstGeom>
            <a:solidFill>
              <a:srgbClr val="1A1A22">
                <a:alpha val="55000"/>
              </a:srgbClr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8305800" y="3924300"/>
              <a:ext cx="914400" cy="28575"/>
            </a:xfrm>
            <a:prstGeom prst="rect">
              <a:avLst/>
            </a:prstGeom>
            <a:solidFill>
              <a:srgbClr val="1A1A22">
                <a:alpha val="35000"/>
              </a:srgbClr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8382000" y="4076700"/>
              <a:ext cx="762000" cy="28575"/>
            </a:xfrm>
            <a:prstGeom prst="rect">
              <a:avLst/>
            </a:prstGeom>
            <a:solidFill>
              <a:srgbClr val="1A1A22">
                <a:alpha val="35000"/>
              </a:srgbClr>
            </a:solidFill>
            <a:ln>
              <a:noFill/>
            </a:ln>
          </p:spPr>
        </p:sp>
        <p:sp>
          <p:nvSpPr>
            <p:cNvPr id="62" name="Ellipse 62"/>
            <p:cNvSpPr/>
            <p:nvPr/>
          </p:nvSpPr>
          <p:spPr>
            <a:xfrm>
              <a:off x="9372600" y="4305300"/>
              <a:ext cx="190500" cy="1905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546342" y="5035868"/>
              <a:ext cx="80124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spc="1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手绘卡面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6544056" y="5330190"/>
              <a:ext cx="251414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墨线 · 纸张 · 仪式图鉴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6546342" y="5721668"/>
              <a:ext cx="32849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卡牌像一页图鉴，线条细腻，可放大细看</a:t>
              </a:r>
            </a:p>
          </p:txBody>
        </p:sp>
      </p:grpSp>
      <p:grpSp>
        <p:nvGrpSpPr>
          <p:cNvPr id="76" name="palette"/>
          <p:cNvGrpSpPr/>
          <p:nvPr/>
        </p:nvGrpSpPr>
        <p:grpSpPr>
          <a:xfrm>
            <a:off x="603504" y="6286500"/>
            <a:ext cx="5204308" cy="257556"/>
            <a:chOff x="603504" y="6286500"/>
            <a:chExt cx="5204308" cy="257556"/>
          </a:xfrm>
        </p:grpSpPr>
        <p:sp>
          <p:nvSpPr>
            <p:cNvPr id="67" name="TextBox 67"/>
            <p:cNvSpPr txBox="1"/>
            <p:nvPr/>
          </p:nvSpPr>
          <p:spPr>
            <a:xfrm>
              <a:off x="603504" y="629031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基础色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1181100" y="6286500"/>
              <a:ext cx="190500" cy="190500"/>
            </a:xfrm>
            <a:prstGeom prst="roundRect">
              <a:avLst>
                <a:gd name="adj" fmla="val 15000"/>
              </a:avLst>
            </a:prstGeom>
            <a:solidFill>
              <a:schemeClr val="dk1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1441704" y="630936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暖纸白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2133600" y="6286500"/>
              <a:ext cx="190500" cy="190500"/>
            </a:xfrm>
            <a:prstGeom prst="roundRect">
              <a:avLst>
                <a:gd name="adj" fmla="val 15000"/>
              </a:avLst>
            </a:prstGeom>
            <a:solidFill>
              <a:schemeClr val="accent5"/>
            </a:solidFill>
            <a:ln w="9525">
              <a:solidFill>
                <a:srgbClr val="AFA9C2"/>
              </a:solidFill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2394204" y="630936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墨蓝</a:t>
              </a: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2933700" y="6286500"/>
              <a:ext cx="190500" cy="190500"/>
            </a:xfrm>
            <a:prstGeom prst="roundRect">
              <a:avLst>
                <a:gd name="adj" fmla="val 15000"/>
              </a:avLst>
            </a:prstGeom>
            <a:solidFill>
              <a:srgbClr val="1A1A22"/>
            </a:solidFill>
            <a:ln w="9525">
              <a:solidFill>
                <a:srgbClr val="AFA9C2"/>
              </a:solidFill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3194304" y="630936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炭黑</a:t>
              </a:r>
            </a:p>
          </p:txBody>
        </p:sp>
        <p:sp>
          <p:nvSpPr>
            <p:cNvPr id="74" name="Rectangle 74"/>
            <p:cNvSpPr/>
            <p:nvPr/>
          </p:nvSpPr>
          <p:spPr>
            <a:xfrm>
              <a:off x="3733800" y="6286500"/>
              <a:ext cx="190500" cy="190500"/>
            </a:xfrm>
            <a:prstGeom prst="roundRect">
              <a:avLst>
                <a:gd name="adj" fmla="val 15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3994404" y="6309360"/>
              <a:ext cx="18134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金色 · 仅用于可交互元素</a:t>
              </a:r>
            </a:p>
          </p:txBody>
        </p:sp>
      </p:grpSp>
      <p:sp>
        <p:nvSpPr>
          <p:cNvPr id="77" name="TextBox 77"/>
          <p:cNvSpPr txBox="1"/>
          <p:nvPr/>
        </p:nvSpPr>
        <p:spPr>
          <a:xfrm>
            <a:off x="11035132" y="6385560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10 / 14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lt1"/>
            </a:gs>
            <a:gs pos="78000">
              <a:srgbClr val="1A2242"/>
            </a:gs>
            <a:gs pos="100000">
              <a:srgbClr val="4A3246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usk-edge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</p:sp>
      <p:grpSp>
        <p:nvGrpSpPr>
          <p:cNvPr id="7" name="corner-ring"/>
          <p:cNvGrpSpPr/>
          <p:nvPr/>
        </p:nvGrpSpPr>
        <p:grpSpPr>
          <a:xfrm>
            <a:off x="10896600" y="495300"/>
            <a:ext cx="533400" cy="533400"/>
            <a:chOff x="10896600" y="495300"/>
            <a:chExt cx="533400" cy="533400"/>
          </a:xfrm>
        </p:grpSpPr>
        <p:sp>
          <p:nvSpPr>
            <p:cNvPr id="3" name="Ellipse 3"/>
            <p:cNvSpPr/>
            <p:nvPr/>
          </p:nvSpPr>
          <p:spPr>
            <a:xfrm>
              <a:off x="10896600" y="495300"/>
              <a:ext cx="533400" cy="5334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4" name="Freeform 4"/>
            <p:cNvSpPr/>
            <p:nvPr/>
          </p:nvSpPr>
          <p:spPr>
            <a:xfrm>
              <a:off x="10915650" y="514350"/>
              <a:ext cx="495300" cy="495300"/>
            </a:xfrm>
            <a:custGeom>
              <a:avLst/>
              <a:gdLst/>
              <a:ahLst/>
              <a:cxnLst/>
              <a:rect l="l" t="t" r="r" b="b"/>
              <a:pathLst>
                <a:path w="495300" h="495300">
                  <a:moveTo>
                    <a:pt x="247650" y="57150"/>
                  </a:moveTo>
                  <a:lnTo>
                    <a:pt x="247650" y="0"/>
                  </a:lnTo>
                  <a:moveTo>
                    <a:pt x="342900" y="82868"/>
                  </a:moveTo>
                  <a:lnTo>
                    <a:pt x="371475" y="33338"/>
                  </a:lnTo>
                  <a:moveTo>
                    <a:pt x="412432" y="152400"/>
                  </a:moveTo>
                  <a:lnTo>
                    <a:pt x="461962" y="123825"/>
                  </a:lnTo>
                  <a:moveTo>
                    <a:pt x="438150" y="247650"/>
                  </a:moveTo>
                  <a:lnTo>
                    <a:pt x="495300" y="247650"/>
                  </a:lnTo>
                  <a:moveTo>
                    <a:pt x="412432" y="342900"/>
                  </a:moveTo>
                  <a:lnTo>
                    <a:pt x="461962" y="371475"/>
                  </a:lnTo>
                  <a:moveTo>
                    <a:pt x="342900" y="412432"/>
                  </a:moveTo>
                  <a:lnTo>
                    <a:pt x="371475" y="461962"/>
                  </a:lnTo>
                  <a:moveTo>
                    <a:pt x="247650" y="438150"/>
                  </a:moveTo>
                  <a:lnTo>
                    <a:pt x="247650" y="495300"/>
                  </a:lnTo>
                  <a:moveTo>
                    <a:pt x="152400" y="412432"/>
                  </a:moveTo>
                  <a:lnTo>
                    <a:pt x="123825" y="461962"/>
                  </a:lnTo>
                  <a:moveTo>
                    <a:pt x="82868" y="342900"/>
                  </a:moveTo>
                  <a:lnTo>
                    <a:pt x="33338" y="371475"/>
                  </a:lnTo>
                  <a:moveTo>
                    <a:pt x="57150" y="247650"/>
                  </a:moveTo>
                  <a:lnTo>
                    <a:pt x="0" y="247650"/>
                  </a:lnTo>
                  <a:moveTo>
                    <a:pt x="82868" y="152400"/>
                  </a:moveTo>
                  <a:lnTo>
                    <a:pt x="33338" y="123825"/>
                  </a:lnTo>
                  <a:moveTo>
                    <a:pt x="152400" y="82868"/>
                  </a:moveTo>
                  <a:lnTo>
                    <a:pt x="123825" y="33338"/>
                  </a:lnTo>
                </a:path>
              </a:pathLst>
            </a:custGeom>
            <a:noFill/>
            <a:ln w="14288">
              <a:solidFill>
                <a:schemeClr val="accent1"/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10996612" y="762000"/>
              <a:ext cx="166688" cy="38100"/>
            </a:xfrm>
            <a:custGeom>
              <a:avLst/>
              <a:gdLst/>
              <a:ahLst/>
              <a:cxnLst/>
              <a:rect l="l" t="t" r="r" b="b"/>
              <a:pathLst>
                <a:path w="166688" h="38100">
                  <a:moveTo>
                    <a:pt x="166688" y="0"/>
                  </a:moveTo>
                  <a:lnTo>
                    <a:pt x="0" y="38100"/>
                  </a:lnTo>
                </a:path>
              </a:pathLst>
            </a:custGeom>
            <a:noFill/>
            <a:ln w="23812" cap="rnd">
              <a:solidFill>
                <a:schemeClr val="accent2"/>
              </a:solidFill>
            </a:ln>
          </p:spPr>
        </p:sp>
        <p:sp>
          <p:nvSpPr>
            <p:cNvPr id="6" name="Ellipse 6"/>
            <p:cNvSpPr/>
            <p:nvPr/>
          </p:nvSpPr>
          <p:spPr>
            <a:xfrm>
              <a:off x="11134725" y="733425"/>
              <a:ext cx="57150" cy="571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</p:grpSp>
      <p:grpSp>
        <p:nvGrpSpPr>
          <p:cNvPr id="12" name="page-title"/>
          <p:cNvGrpSpPr/>
          <p:nvPr/>
        </p:nvGrpSpPr>
        <p:grpSpPr>
          <a:xfrm>
            <a:off x="593598" y="454342"/>
            <a:ext cx="7068312" cy="1285875"/>
            <a:chOff x="593598" y="454342"/>
            <a:chExt cx="7068312" cy="1285875"/>
          </a:xfrm>
        </p:grpSpPr>
        <p:sp>
          <p:nvSpPr>
            <p:cNvPr id="8" name="Rectangle 8"/>
            <p:cNvSpPr/>
            <p:nvPr/>
          </p:nvSpPr>
          <p:spPr>
            <a:xfrm>
              <a:off x="609600" y="514350"/>
              <a:ext cx="76200" cy="7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74192" y="454342"/>
              <a:ext cx="178626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spc="1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04 美术风格 · 卡面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93598" y="783908"/>
              <a:ext cx="540867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卡面：每张牌都是一页图鉴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98170" y="1300162"/>
              <a:ext cx="706374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统一版式，费用与冷却位置固定，权柄以颜色区分</a:t>
              </a:r>
            </a:p>
          </p:txBody>
        </p:sp>
      </p:grpSp>
      <p:grpSp>
        <p:nvGrpSpPr>
          <p:cNvPr id="30" name="card-magic"/>
          <p:cNvGrpSpPr/>
          <p:nvPr/>
        </p:nvGrpSpPr>
        <p:grpSpPr>
          <a:xfrm>
            <a:off x="685800" y="1905000"/>
            <a:ext cx="1905000" cy="2743200"/>
            <a:chOff x="685800" y="1905000"/>
            <a:chExt cx="1905000" cy="2743200"/>
          </a:xfrm>
        </p:grpSpPr>
        <p:sp>
          <p:nvSpPr>
            <p:cNvPr id="13" name="Rectangle 13"/>
            <p:cNvSpPr/>
            <p:nvPr/>
          </p:nvSpPr>
          <p:spPr>
            <a:xfrm>
              <a:off x="685800" y="1905000"/>
              <a:ext cx="1905000" cy="2743200"/>
            </a:xfrm>
            <a:prstGeom prst="roundRect">
              <a:avLst>
                <a:gd name="adj" fmla="val 6000"/>
              </a:avLst>
            </a:prstGeom>
            <a:solidFill>
              <a:schemeClr val="dk1"/>
            </a:solidFill>
            <a:ln w="28575">
              <a:solidFill>
                <a:srgbClr val="D9573B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800100" y="2019300"/>
              <a:ext cx="1676400" cy="2514600"/>
            </a:xfrm>
            <a:prstGeom prst="roundRect">
              <a:avLst>
                <a:gd name="adj" fmla="val 4545"/>
              </a:avLst>
            </a:prstGeom>
            <a:noFill/>
            <a:ln w="9525">
              <a:solidFill>
                <a:srgbClr val="1A1A22">
                  <a:alpha val="45000"/>
                </a:srgbClr>
              </a:solidFill>
            </a:ln>
          </p:spPr>
        </p:sp>
        <p:sp>
          <p:nvSpPr>
            <p:cNvPr id="15" name="Ellipse 15"/>
            <p:cNvSpPr/>
            <p:nvPr/>
          </p:nvSpPr>
          <p:spPr>
            <a:xfrm>
              <a:off x="800100" y="2019300"/>
              <a:ext cx="266700" cy="266700"/>
            </a:xfrm>
            <a:prstGeom prst="ellipse">
              <a:avLst/>
            </a:prstGeom>
            <a:solidFill>
              <a:srgbClr val="D9573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80708" y="208026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380744" y="2083118"/>
              <a:ext cx="7818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A1A22"/>
                  </a:solidFill>
                  <a:latin typeface="+mj-lt"/>
                  <a:ea typeface="+mj-ea"/>
                  <a:cs typeface="+mj-cs"/>
                </a:rPr>
                <a:t>灵性之火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952500" y="2381250"/>
              <a:ext cx="1371600" cy="1143000"/>
            </a:xfrm>
            <a:prstGeom prst="roundRect">
              <a:avLst>
                <a:gd name="adj" fmla="val 3333"/>
              </a:avLst>
            </a:prstGeom>
            <a:noFill/>
            <a:ln w="14288">
              <a:solidFill>
                <a:srgbClr val="1A1A22"/>
              </a:solidFill>
            </a:ln>
          </p:spPr>
        </p:sp>
        <p:sp>
          <p:nvSpPr>
            <p:cNvPr id="19" name="Ellipse 19"/>
            <p:cNvSpPr/>
            <p:nvPr/>
          </p:nvSpPr>
          <p:spPr>
            <a:xfrm>
              <a:off x="1238250" y="2552700"/>
              <a:ext cx="800100" cy="800100"/>
            </a:xfrm>
            <a:prstGeom prst="ellipse">
              <a:avLst/>
            </a:prstGeom>
            <a:noFill/>
            <a:ln w="9525">
              <a:solidFill>
                <a:srgbClr val="D9573B"/>
              </a:solidFill>
              <a:custDash>
                <a:ds d="300000" sp="300000"/>
              </a:custDash>
            </a:ln>
          </p:spPr>
        </p:sp>
        <p:grpSp>
          <p:nvGrpSpPr>
            <p:cNvPr id="22" name="Group 22"/>
            <p:cNvGrpSpPr/>
            <p:nvPr/>
          </p:nvGrpSpPr>
          <p:grpSpPr>
            <a:xfrm>
              <a:off x="1468041" y="2735282"/>
              <a:ext cx="340519" cy="418684"/>
              <a:chOff x="1468041" y="2735282"/>
              <a:chExt cx="340519" cy="418684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1483519" y="2751534"/>
                <a:ext cx="309562" cy="386953"/>
              </a:xfrm>
              <a:custGeom>
                <a:avLst/>
                <a:gdLst/>
                <a:ahLst/>
                <a:cxnLst/>
                <a:rect l="l" t="t" r="r" b="b"/>
                <a:pathLst>
                  <a:path w="309562" h="386953">
                    <a:moveTo>
                      <a:pt x="309562" y="232172"/>
                    </a:moveTo>
                    <a:cubicBezTo>
                      <a:pt x="309562" y="317655"/>
                      <a:pt x="240265" y="386953"/>
                      <a:pt x="154781" y="386953"/>
                    </a:cubicBezTo>
                    <a:cubicBezTo>
                      <a:pt x="69298" y="386953"/>
                      <a:pt x="0" y="317655"/>
                      <a:pt x="0" y="232172"/>
                    </a:cubicBezTo>
                    <a:cubicBezTo>
                      <a:pt x="0" y="173026"/>
                      <a:pt x="27899" y="119452"/>
                      <a:pt x="59978" y="77391"/>
                    </a:cubicBezTo>
                    <a:lnTo>
                      <a:pt x="123825" y="139303"/>
                    </a:lnTo>
                    <a:lnTo>
                      <a:pt x="174651" y="0"/>
                    </a:lnTo>
                    <a:cubicBezTo>
                      <a:pt x="216423" y="34671"/>
                      <a:pt x="309562" y="124115"/>
                      <a:pt x="309562" y="232172"/>
                    </a:cubicBezTo>
                    <a:close/>
                  </a:path>
                </a:pathLst>
              </a:custGeom>
              <a:solidFill>
                <a:srgbClr val="1A1A22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1468041" y="2735282"/>
                <a:ext cx="340519" cy="418684"/>
              </a:xfrm>
              <a:custGeom>
                <a:avLst/>
                <a:gdLst/>
                <a:ahLst/>
                <a:cxnLst/>
                <a:rect l="l" t="t" r="r" b="b"/>
                <a:pathLst>
                  <a:path w="340519" h="418684">
                    <a:moveTo>
                      <a:pt x="278393" y="266495"/>
                    </a:moveTo>
                    <a:cubicBezTo>
                      <a:pt x="270173" y="312410"/>
                      <a:pt x="234228" y="348348"/>
                      <a:pt x="188311" y="356558"/>
                    </a:cubicBezTo>
                    <a:cubicBezTo>
                      <a:pt x="187460" y="356695"/>
                      <a:pt x="186599" y="356766"/>
                      <a:pt x="185738" y="356771"/>
                    </a:cubicBezTo>
                    <a:cubicBezTo>
                      <a:pt x="177688" y="356769"/>
                      <a:pt x="170983" y="350597"/>
                      <a:pt x="170317" y="342574"/>
                    </a:cubicBezTo>
                    <a:cubicBezTo>
                      <a:pt x="169650" y="334552"/>
                      <a:pt x="175244" y="327358"/>
                      <a:pt x="183184" y="326028"/>
                    </a:cubicBezTo>
                    <a:cubicBezTo>
                      <a:pt x="215243" y="320630"/>
                      <a:pt x="242445" y="293427"/>
                      <a:pt x="247882" y="261310"/>
                    </a:cubicBezTo>
                    <a:cubicBezTo>
                      <a:pt x="249314" y="252879"/>
                      <a:pt x="257309" y="247205"/>
                      <a:pt x="265740" y="248637"/>
                    </a:cubicBezTo>
                    <a:cubicBezTo>
                      <a:pt x="274171" y="250069"/>
                      <a:pt x="279845" y="258064"/>
                      <a:pt x="278413" y="266495"/>
                    </a:cubicBezTo>
                    <a:close/>
                    <a:moveTo>
                      <a:pt x="340519" y="248424"/>
                    </a:moveTo>
                    <a:cubicBezTo>
                      <a:pt x="340519" y="342456"/>
                      <a:pt x="264291" y="418684"/>
                      <a:pt x="170259" y="418684"/>
                    </a:cubicBezTo>
                    <a:cubicBezTo>
                      <a:pt x="76228" y="418684"/>
                      <a:pt x="0" y="342456"/>
                      <a:pt x="0" y="248424"/>
                    </a:cubicBezTo>
                    <a:cubicBezTo>
                      <a:pt x="0" y="194406"/>
                      <a:pt x="21282" y="139168"/>
                      <a:pt x="63189" y="84260"/>
                    </a:cubicBezTo>
                    <a:cubicBezTo>
                      <a:pt x="65873" y="80743"/>
                      <a:pt x="69932" y="78542"/>
                      <a:pt x="74343" y="78213"/>
                    </a:cubicBezTo>
                    <a:cubicBezTo>
                      <a:pt x="78755" y="77884"/>
                      <a:pt x="83096" y="79458"/>
                      <a:pt x="86271" y="82538"/>
                    </a:cubicBezTo>
                    <a:lnTo>
                      <a:pt x="132938" y="127830"/>
                    </a:lnTo>
                    <a:lnTo>
                      <a:pt x="175503" y="10951"/>
                    </a:lnTo>
                    <a:cubicBezTo>
                      <a:pt x="177228" y="6221"/>
                      <a:pt x="181147" y="2625"/>
                      <a:pt x="186009" y="1313"/>
                    </a:cubicBezTo>
                    <a:cubicBezTo>
                      <a:pt x="190870" y="0"/>
                      <a:pt x="196067" y="1134"/>
                      <a:pt x="199939" y="4354"/>
                    </a:cubicBezTo>
                    <a:cubicBezTo>
                      <a:pt x="242252" y="39470"/>
                      <a:pt x="340519" y="133403"/>
                      <a:pt x="340519" y="248424"/>
                    </a:cubicBezTo>
                    <a:close/>
                    <a:moveTo>
                      <a:pt x="309562" y="248424"/>
                    </a:moveTo>
                    <a:cubicBezTo>
                      <a:pt x="309562" y="159251"/>
                      <a:pt x="240317" y="82189"/>
                      <a:pt x="196940" y="42701"/>
                    </a:cubicBezTo>
                    <a:lnTo>
                      <a:pt x="153853" y="160857"/>
                    </a:lnTo>
                    <a:cubicBezTo>
                      <a:pt x="152056" y="165788"/>
                      <a:pt x="147883" y="169472"/>
                      <a:pt x="142768" y="170645"/>
                    </a:cubicBezTo>
                    <a:cubicBezTo>
                      <a:pt x="137652" y="171817"/>
                      <a:pt x="132291" y="170317"/>
                      <a:pt x="128526" y="166661"/>
                    </a:cubicBezTo>
                    <a:lnTo>
                      <a:pt x="77507" y="117170"/>
                    </a:lnTo>
                    <a:cubicBezTo>
                      <a:pt x="46609" y="161766"/>
                      <a:pt x="30956" y="205860"/>
                      <a:pt x="30956" y="248424"/>
                    </a:cubicBezTo>
                    <a:cubicBezTo>
                      <a:pt x="30956" y="325359"/>
                      <a:pt x="93324" y="387727"/>
                      <a:pt x="170259" y="387727"/>
                    </a:cubicBezTo>
                    <a:cubicBezTo>
                      <a:pt x="247194" y="387727"/>
                      <a:pt x="309562" y="325359"/>
                      <a:pt x="309562" y="248424"/>
                    </a:cubicBezTo>
                    <a:close/>
                  </a:path>
                </a:pathLst>
              </a:custGeom>
              <a:solidFill>
                <a:srgbClr val="1A1A22"/>
              </a:solidFill>
              <a:ln>
                <a:noFill/>
              </a:ln>
            </p:spPr>
          </p:sp>
        </p:grpSp>
        <p:sp>
          <p:nvSpPr>
            <p:cNvPr id="23" name="Rectangle 23"/>
            <p:cNvSpPr/>
            <p:nvPr/>
          </p:nvSpPr>
          <p:spPr>
            <a:xfrm>
              <a:off x="952500" y="3581400"/>
              <a:ext cx="1371600" cy="38100"/>
            </a:xfrm>
            <a:prstGeom prst="rect">
              <a:avLst/>
            </a:prstGeom>
            <a:solidFill>
              <a:srgbClr val="D9573B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309116" y="37757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A1A22"/>
                  </a:solidFill>
                  <a:latin typeface="+mn-lt"/>
                  <a:ea typeface="+mn-ea"/>
                  <a:cs typeface="+mn-cs"/>
                </a:rPr>
                <a:t>造成伤害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216228" y="3985260"/>
              <a:ext cx="8441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A1A22">
                      <a:alphaMod val="60000"/>
                    </a:srgbClr>
                  </a:solidFill>
                  <a:latin typeface="+mn-lt"/>
                  <a:ea typeface="+mn-ea"/>
                  <a:cs typeface="+mn-cs"/>
                </a:rPr>
                <a:t>魔法 · 基础</a:t>
              </a:r>
            </a:p>
          </p:txBody>
        </p:sp>
        <p:grpSp>
          <p:nvGrpSpPr>
            <p:cNvPr id="28" name="Group 28"/>
            <p:cNvGrpSpPr/>
            <p:nvPr/>
          </p:nvGrpSpPr>
          <p:grpSpPr>
            <a:xfrm>
              <a:off x="2251472" y="4285059"/>
              <a:ext cx="107156" cy="154781"/>
              <a:chOff x="2251472" y="4285059"/>
              <a:chExt cx="107156" cy="154781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2257425" y="4291012"/>
                <a:ext cx="95250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142875">
                    <a:moveTo>
                      <a:pt x="92884" y="37207"/>
                    </a:moveTo>
                    <a:lnTo>
                      <a:pt x="47625" y="71438"/>
                    </a:lnTo>
                    <a:lnTo>
                      <a:pt x="2381" y="37505"/>
                    </a:lnTo>
                    <a:cubicBezTo>
                      <a:pt x="882" y="36380"/>
                      <a:pt x="0" y="34616"/>
                      <a:pt x="0" y="32742"/>
                    </a:cubicBezTo>
                    <a:lnTo>
                      <a:pt x="0" y="5953"/>
                    </a:lnTo>
                    <a:cubicBezTo>
                      <a:pt x="0" y="2665"/>
                      <a:pt x="2665" y="0"/>
                      <a:pt x="5953" y="0"/>
                    </a:cubicBezTo>
                    <a:lnTo>
                      <a:pt x="89297" y="0"/>
                    </a:lnTo>
                    <a:cubicBezTo>
                      <a:pt x="92585" y="0"/>
                      <a:pt x="95250" y="2665"/>
                      <a:pt x="95250" y="5953"/>
                    </a:cubicBezTo>
                    <a:lnTo>
                      <a:pt x="95250" y="32474"/>
                    </a:lnTo>
                    <a:cubicBezTo>
                      <a:pt x="95244" y="34335"/>
                      <a:pt x="94369" y="36086"/>
                      <a:pt x="92884" y="37207"/>
                    </a:cubicBezTo>
                    <a:close/>
                    <a:moveTo>
                      <a:pt x="0" y="110133"/>
                    </a:moveTo>
                    <a:lnTo>
                      <a:pt x="0" y="136922"/>
                    </a:lnTo>
                    <a:cubicBezTo>
                      <a:pt x="0" y="140210"/>
                      <a:pt x="2665" y="142875"/>
                      <a:pt x="5953" y="142875"/>
                    </a:cubicBezTo>
                    <a:lnTo>
                      <a:pt x="89297" y="142875"/>
                    </a:lnTo>
                    <a:cubicBezTo>
                      <a:pt x="92585" y="142875"/>
                      <a:pt x="95250" y="140210"/>
                      <a:pt x="95250" y="136922"/>
                    </a:cubicBezTo>
                    <a:lnTo>
                      <a:pt x="95250" y="110401"/>
                    </a:lnTo>
                    <a:cubicBezTo>
                      <a:pt x="95249" y="108535"/>
                      <a:pt x="94373" y="106777"/>
                      <a:pt x="92884" y="105653"/>
                    </a:cubicBezTo>
                    <a:lnTo>
                      <a:pt x="47625" y="71438"/>
                    </a:lnTo>
                    <a:lnTo>
                      <a:pt x="2381" y="105370"/>
                    </a:lnTo>
                    <a:cubicBezTo>
                      <a:pt x="882" y="106495"/>
                      <a:pt x="0" y="108259"/>
                      <a:pt x="0" y="110133"/>
                    </a:cubicBezTo>
                    <a:close/>
                  </a:path>
                </a:pathLst>
              </a:custGeom>
              <a:solidFill>
                <a:srgbClr val="1A1A22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2251472" y="4285059"/>
                <a:ext cx="107156" cy="154781"/>
              </a:xfrm>
              <a:custGeom>
                <a:avLst/>
                <a:gdLst/>
                <a:ahLst/>
                <a:cxnLst/>
                <a:rect l="l" t="t" r="r" b="b"/>
                <a:pathLst>
                  <a:path w="107156" h="154781">
                    <a:moveTo>
                      <a:pt x="107156" y="38427"/>
                    </a:moveTo>
                    <a:lnTo>
                      <a:pt x="107156" y="11906"/>
                    </a:lnTo>
                    <a:cubicBezTo>
                      <a:pt x="107156" y="5331"/>
                      <a:pt x="101826" y="0"/>
                      <a:pt x="95250" y="0"/>
                    </a:cubicBezTo>
                    <a:lnTo>
                      <a:pt x="11906" y="0"/>
                    </a:lnTo>
                    <a:cubicBezTo>
                      <a:pt x="5331" y="0"/>
                      <a:pt x="0" y="5331"/>
                      <a:pt x="0" y="11906"/>
                    </a:cubicBezTo>
                    <a:lnTo>
                      <a:pt x="0" y="38695"/>
                    </a:lnTo>
                    <a:cubicBezTo>
                      <a:pt x="8" y="42441"/>
                      <a:pt x="1771" y="45966"/>
                      <a:pt x="4762" y="48220"/>
                    </a:cubicBezTo>
                    <a:lnTo>
                      <a:pt x="43659" y="77391"/>
                    </a:lnTo>
                    <a:lnTo>
                      <a:pt x="4762" y="106561"/>
                    </a:lnTo>
                    <a:cubicBezTo>
                      <a:pt x="1771" y="108815"/>
                      <a:pt x="8" y="112340"/>
                      <a:pt x="0" y="116086"/>
                    </a:cubicBezTo>
                    <a:lnTo>
                      <a:pt x="0" y="142875"/>
                    </a:lnTo>
                    <a:cubicBezTo>
                      <a:pt x="0" y="149451"/>
                      <a:pt x="5331" y="154781"/>
                      <a:pt x="11906" y="154781"/>
                    </a:cubicBezTo>
                    <a:lnTo>
                      <a:pt x="95250" y="154781"/>
                    </a:lnTo>
                    <a:cubicBezTo>
                      <a:pt x="101826" y="154781"/>
                      <a:pt x="107156" y="149451"/>
                      <a:pt x="107156" y="142875"/>
                    </a:cubicBezTo>
                    <a:lnTo>
                      <a:pt x="107156" y="116354"/>
                    </a:lnTo>
                    <a:cubicBezTo>
                      <a:pt x="107148" y="112623"/>
                      <a:pt x="105401" y="109110"/>
                      <a:pt x="102431" y="106851"/>
                    </a:cubicBezTo>
                    <a:lnTo>
                      <a:pt x="63453" y="77391"/>
                    </a:lnTo>
                    <a:lnTo>
                      <a:pt x="102431" y="47930"/>
                    </a:lnTo>
                    <a:cubicBezTo>
                      <a:pt x="105401" y="45672"/>
                      <a:pt x="107148" y="42158"/>
                      <a:pt x="107156" y="38427"/>
                    </a:cubicBezTo>
                    <a:close/>
                    <a:moveTo>
                      <a:pt x="95250" y="142875"/>
                    </a:moveTo>
                    <a:lnTo>
                      <a:pt x="11906" y="142875"/>
                    </a:lnTo>
                    <a:lnTo>
                      <a:pt x="11906" y="116086"/>
                    </a:lnTo>
                    <a:lnTo>
                      <a:pt x="53578" y="84832"/>
                    </a:lnTo>
                    <a:lnTo>
                      <a:pt x="95250" y="116346"/>
                    </a:lnTo>
                    <a:close/>
                    <a:moveTo>
                      <a:pt x="95250" y="38427"/>
                    </a:moveTo>
                    <a:lnTo>
                      <a:pt x="53578" y="69949"/>
                    </a:lnTo>
                    <a:lnTo>
                      <a:pt x="11906" y="38695"/>
                    </a:lnTo>
                    <a:lnTo>
                      <a:pt x="11906" y="11906"/>
                    </a:lnTo>
                    <a:lnTo>
                      <a:pt x="95250" y="11906"/>
                    </a:lnTo>
                    <a:close/>
                  </a:path>
                </a:pathLst>
              </a:custGeom>
              <a:solidFill>
                <a:srgbClr val="1A1A22"/>
              </a:solidFill>
              <a:ln>
                <a:noFill/>
              </a:ln>
            </p:spPr>
          </p:sp>
        </p:grpSp>
        <p:sp>
          <p:nvSpPr>
            <p:cNvPr id="29" name="TextBox 29"/>
            <p:cNvSpPr txBox="1"/>
            <p:nvPr/>
          </p:nvSpPr>
          <p:spPr>
            <a:xfrm>
              <a:off x="2057705" y="429006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1A1A22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</p:grpSp>
      <p:grpSp>
        <p:nvGrpSpPr>
          <p:cNvPr id="48" name="card-ward"/>
          <p:cNvGrpSpPr/>
          <p:nvPr/>
        </p:nvGrpSpPr>
        <p:grpSpPr>
          <a:xfrm>
            <a:off x="2895600" y="1905000"/>
            <a:ext cx="1905000" cy="2743200"/>
            <a:chOff x="2895600" y="1905000"/>
            <a:chExt cx="1905000" cy="2743200"/>
          </a:xfrm>
        </p:grpSpPr>
        <p:sp>
          <p:nvSpPr>
            <p:cNvPr id="31" name="Rectangle 31"/>
            <p:cNvSpPr/>
            <p:nvPr/>
          </p:nvSpPr>
          <p:spPr>
            <a:xfrm>
              <a:off x="2895600" y="1905000"/>
              <a:ext cx="1905000" cy="2743200"/>
            </a:xfrm>
            <a:prstGeom prst="roundRect">
              <a:avLst>
                <a:gd name="adj" fmla="val 6000"/>
              </a:avLst>
            </a:prstGeom>
            <a:solidFill>
              <a:schemeClr val="dk1"/>
            </a:solidFill>
            <a:ln w="28575">
              <a:solidFill>
                <a:srgbClr val="4466D6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3009900" y="2019300"/>
              <a:ext cx="1676400" cy="2514600"/>
            </a:xfrm>
            <a:prstGeom prst="roundRect">
              <a:avLst>
                <a:gd name="adj" fmla="val 4545"/>
              </a:avLst>
            </a:prstGeom>
            <a:noFill/>
            <a:ln w="9525">
              <a:solidFill>
                <a:srgbClr val="1A1A22">
                  <a:alpha val="45000"/>
                </a:srgbClr>
              </a:solidFill>
            </a:ln>
          </p:spPr>
        </p:sp>
        <p:sp>
          <p:nvSpPr>
            <p:cNvPr id="33" name="Ellipse 33"/>
            <p:cNvSpPr/>
            <p:nvPr/>
          </p:nvSpPr>
          <p:spPr>
            <a:xfrm>
              <a:off x="3009900" y="2019300"/>
              <a:ext cx="266700" cy="266700"/>
            </a:xfrm>
            <a:prstGeom prst="ellipse">
              <a:avLst/>
            </a:prstGeom>
            <a:solidFill>
              <a:srgbClr val="4466D6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3090508" y="208026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590544" y="2083118"/>
              <a:ext cx="7818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A1A22"/>
                  </a:solidFill>
                  <a:latin typeface="+mj-lt"/>
                  <a:ea typeface="+mj-ea"/>
                  <a:cs typeface="+mj-cs"/>
                </a:rPr>
                <a:t>书页护幕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3162300" y="2381250"/>
              <a:ext cx="1371600" cy="1143000"/>
            </a:xfrm>
            <a:prstGeom prst="roundRect">
              <a:avLst>
                <a:gd name="adj" fmla="val 3333"/>
              </a:avLst>
            </a:prstGeom>
            <a:noFill/>
            <a:ln w="14288">
              <a:solidFill>
                <a:srgbClr val="1A1A22"/>
              </a:solidFill>
            </a:ln>
          </p:spPr>
        </p:sp>
        <p:sp>
          <p:nvSpPr>
            <p:cNvPr id="37" name="Ellipse 37"/>
            <p:cNvSpPr/>
            <p:nvPr/>
          </p:nvSpPr>
          <p:spPr>
            <a:xfrm>
              <a:off x="3448050" y="2552700"/>
              <a:ext cx="800100" cy="800100"/>
            </a:xfrm>
            <a:prstGeom prst="ellipse">
              <a:avLst/>
            </a:prstGeom>
            <a:noFill/>
            <a:ln w="9525">
              <a:solidFill>
                <a:srgbClr val="4466D6"/>
              </a:solidFill>
              <a:custDash>
                <a:ds d="300000" sp="300000"/>
              </a:custDash>
            </a:ln>
          </p:spPr>
        </p:sp>
        <p:grpSp>
          <p:nvGrpSpPr>
            <p:cNvPr id="40" name="Group 40"/>
            <p:cNvGrpSpPr/>
            <p:nvPr/>
          </p:nvGrpSpPr>
          <p:grpSpPr>
            <a:xfrm>
              <a:off x="3631406" y="2797969"/>
              <a:ext cx="433388" cy="371475"/>
              <a:chOff x="3631406" y="2797969"/>
              <a:chExt cx="433388" cy="371475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3646884" y="2813447"/>
                <a:ext cx="402431" cy="340519"/>
              </a:xfrm>
              <a:custGeom>
                <a:avLst/>
                <a:gdLst/>
                <a:ahLst/>
                <a:cxnLst/>
                <a:rect l="l" t="t" r="r" b="b"/>
                <a:pathLst>
                  <a:path w="402431" h="340519">
                    <a:moveTo>
                      <a:pt x="402431" y="0"/>
                    </a:moveTo>
                    <a:lnTo>
                      <a:pt x="402431" y="278606"/>
                    </a:lnTo>
                    <a:lnTo>
                      <a:pt x="263128" y="278606"/>
                    </a:lnTo>
                    <a:cubicBezTo>
                      <a:pt x="228935" y="278606"/>
                      <a:pt x="201216" y="306325"/>
                      <a:pt x="201216" y="340519"/>
                    </a:cubicBezTo>
                    <a:cubicBezTo>
                      <a:pt x="201216" y="306325"/>
                      <a:pt x="173496" y="278606"/>
                      <a:pt x="139303" y="278606"/>
                    </a:cubicBezTo>
                    <a:lnTo>
                      <a:pt x="0" y="278606"/>
                    </a:lnTo>
                    <a:lnTo>
                      <a:pt x="0" y="0"/>
                    </a:lnTo>
                    <a:lnTo>
                      <a:pt x="139303" y="0"/>
                    </a:lnTo>
                    <a:cubicBezTo>
                      <a:pt x="173496" y="0"/>
                      <a:pt x="201216" y="27719"/>
                      <a:pt x="201216" y="61912"/>
                    </a:cubicBezTo>
                    <a:cubicBezTo>
                      <a:pt x="201216" y="27719"/>
                      <a:pt x="228935" y="0"/>
                      <a:pt x="263128" y="0"/>
                    </a:cubicBezTo>
                    <a:close/>
                  </a:path>
                </a:pathLst>
              </a:custGeom>
              <a:solidFill>
                <a:srgbClr val="1A1A22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3631406" y="2797969"/>
                <a:ext cx="433388" cy="371475"/>
              </a:xfrm>
              <a:custGeom>
                <a:avLst/>
                <a:gdLst/>
                <a:ahLst/>
                <a:cxnLst/>
                <a:rect l="l" t="t" r="r" b="b"/>
                <a:pathLst>
                  <a:path w="433388" h="371475">
                    <a:moveTo>
                      <a:pt x="417909" y="0"/>
                    </a:moveTo>
                    <a:lnTo>
                      <a:pt x="278606" y="0"/>
                    </a:lnTo>
                    <a:cubicBezTo>
                      <a:pt x="254247" y="0"/>
                      <a:pt x="231309" y="11469"/>
                      <a:pt x="216694" y="30956"/>
                    </a:cubicBezTo>
                    <a:cubicBezTo>
                      <a:pt x="202078" y="11469"/>
                      <a:pt x="179141" y="0"/>
                      <a:pt x="154781" y="0"/>
                    </a:cubicBezTo>
                    <a:lnTo>
                      <a:pt x="15478" y="0"/>
                    </a:lnTo>
                    <a:cubicBezTo>
                      <a:pt x="6930" y="0"/>
                      <a:pt x="0" y="6930"/>
                      <a:pt x="0" y="15478"/>
                    </a:cubicBezTo>
                    <a:lnTo>
                      <a:pt x="0" y="294084"/>
                    </a:lnTo>
                    <a:cubicBezTo>
                      <a:pt x="0" y="302633"/>
                      <a:pt x="6930" y="309562"/>
                      <a:pt x="15478" y="309562"/>
                    </a:cubicBezTo>
                    <a:lnTo>
                      <a:pt x="154781" y="309562"/>
                    </a:lnTo>
                    <a:cubicBezTo>
                      <a:pt x="180426" y="309562"/>
                      <a:pt x="201216" y="330352"/>
                      <a:pt x="201216" y="355997"/>
                    </a:cubicBezTo>
                    <a:cubicBezTo>
                      <a:pt x="201216" y="364545"/>
                      <a:pt x="208145" y="371475"/>
                      <a:pt x="216694" y="371475"/>
                    </a:cubicBezTo>
                    <a:cubicBezTo>
                      <a:pt x="225242" y="371475"/>
                      <a:pt x="232172" y="364545"/>
                      <a:pt x="232172" y="355997"/>
                    </a:cubicBezTo>
                    <a:cubicBezTo>
                      <a:pt x="232172" y="330352"/>
                      <a:pt x="252961" y="309562"/>
                      <a:pt x="278606" y="309562"/>
                    </a:cubicBezTo>
                    <a:lnTo>
                      <a:pt x="417909" y="309562"/>
                    </a:lnTo>
                    <a:cubicBezTo>
                      <a:pt x="426458" y="309562"/>
                      <a:pt x="433388" y="302633"/>
                      <a:pt x="433388" y="294084"/>
                    </a:cubicBezTo>
                    <a:lnTo>
                      <a:pt x="433388" y="15478"/>
                    </a:lnTo>
                    <a:cubicBezTo>
                      <a:pt x="433388" y="6930"/>
                      <a:pt x="426458" y="0"/>
                      <a:pt x="417909" y="0"/>
                    </a:cubicBezTo>
                    <a:close/>
                    <a:moveTo>
                      <a:pt x="154781" y="278606"/>
                    </a:moveTo>
                    <a:lnTo>
                      <a:pt x="30956" y="278606"/>
                    </a:lnTo>
                    <a:lnTo>
                      <a:pt x="30956" y="30956"/>
                    </a:lnTo>
                    <a:lnTo>
                      <a:pt x="154781" y="30956"/>
                    </a:lnTo>
                    <a:cubicBezTo>
                      <a:pt x="180426" y="30956"/>
                      <a:pt x="201216" y="51746"/>
                      <a:pt x="201216" y="77391"/>
                    </a:cubicBezTo>
                    <a:lnTo>
                      <a:pt x="201216" y="294084"/>
                    </a:lnTo>
                    <a:cubicBezTo>
                      <a:pt x="187832" y="284013"/>
                      <a:pt x="171531" y="278580"/>
                      <a:pt x="154781" y="278606"/>
                    </a:cubicBezTo>
                    <a:close/>
                    <a:moveTo>
                      <a:pt x="402431" y="278606"/>
                    </a:moveTo>
                    <a:lnTo>
                      <a:pt x="278606" y="278606"/>
                    </a:lnTo>
                    <a:cubicBezTo>
                      <a:pt x="261857" y="278580"/>
                      <a:pt x="245555" y="284013"/>
                      <a:pt x="232172" y="294084"/>
                    </a:cubicBezTo>
                    <a:lnTo>
                      <a:pt x="232172" y="77391"/>
                    </a:lnTo>
                    <a:cubicBezTo>
                      <a:pt x="232172" y="51746"/>
                      <a:pt x="252961" y="30956"/>
                      <a:pt x="278606" y="30956"/>
                    </a:cubicBezTo>
                    <a:lnTo>
                      <a:pt x="402431" y="30956"/>
                    </a:lnTo>
                    <a:close/>
                  </a:path>
                </a:pathLst>
              </a:custGeom>
              <a:solidFill>
                <a:srgbClr val="1A1A22"/>
              </a:solidFill>
              <a:ln>
                <a:noFill/>
              </a:ln>
            </p:spPr>
          </p:sp>
        </p:grpSp>
        <p:sp>
          <p:nvSpPr>
            <p:cNvPr id="41" name="Rectangle 41"/>
            <p:cNvSpPr/>
            <p:nvPr/>
          </p:nvSpPr>
          <p:spPr>
            <a:xfrm>
              <a:off x="3162300" y="3581400"/>
              <a:ext cx="1371600" cy="38100"/>
            </a:xfrm>
            <a:prstGeom prst="rect">
              <a:avLst/>
            </a:prstGeom>
            <a:solidFill>
              <a:srgbClr val="4466D6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3518916" y="37757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A1A22"/>
                  </a:solidFill>
                  <a:latin typeface="+mn-lt"/>
                  <a:ea typeface="+mn-ea"/>
                  <a:cs typeface="+mn-cs"/>
                </a:rPr>
                <a:t>获得护盾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3426028" y="3985260"/>
              <a:ext cx="8441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A1A22">
                      <a:alphaMod val="60000"/>
                    </a:srgbClr>
                  </a:solidFill>
                  <a:latin typeface="+mn-lt"/>
                  <a:ea typeface="+mn-ea"/>
                  <a:cs typeface="+mn-cs"/>
                </a:rPr>
                <a:t>空间 · 防御</a:t>
              </a:r>
            </a:p>
          </p:txBody>
        </p:sp>
        <p:grpSp>
          <p:nvGrpSpPr>
            <p:cNvPr id="46" name="Group 46"/>
            <p:cNvGrpSpPr/>
            <p:nvPr/>
          </p:nvGrpSpPr>
          <p:grpSpPr>
            <a:xfrm>
              <a:off x="4461272" y="4285059"/>
              <a:ext cx="107156" cy="154781"/>
              <a:chOff x="4461272" y="4285059"/>
              <a:chExt cx="107156" cy="154781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4467225" y="4291012"/>
                <a:ext cx="95250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142875">
                    <a:moveTo>
                      <a:pt x="92884" y="37207"/>
                    </a:moveTo>
                    <a:lnTo>
                      <a:pt x="47625" y="71438"/>
                    </a:lnTo>
                    <a:lnTo>
                      <a:pt x="2381" y="37505"/>
                    </a:lnTo>
                    <a:cubicBezTo>
                      <a:pt x="882" y="36380"/>
                      <a:pt x="0" y="34616"/>
                      <a:pt x="0" y="32742"/>
                    </a:cubicBezTo>
                    <a:lnTo>
                      <a:pt x="0" y="5953"/>
                    </a:lnTo>
                    <a:cubicBezTo>
                      <a:pt x="0" y="2665"/>
                      <a:pt x="2665" y="0"/>
                      <a:pt x="5953" y="0"/>
                    </a:cubicBezTo>
                    <a:lnTo>
                      <a:pt x="89297" y="0"/>
                    </a:lnTo>
                    <a:cubicBezTo>
                      <a:pt x="92585" y="0"/>
                      <a:pt x="95250" y="2665"/>
                      <a:pt x="95250" y="5953"/>
                    </a:cubicBezTo>
                    <a:lnTo>
                      <a:pt x="95250" y="32474"/>
                    </a:lnTo>
                    <a:cubicBezTo>
                      <a:pt x="95244" y="34335"/>
                      <a:pt x="94369" y="36086"/>
                      <a:pt x="92884" y="37207"/>
                    </a:cubicBezTo>
                    <a:close/>
                    <a:moveTo>
                      <a:pt x="0" y="110133"/>
                    </a:moveTo>
                    <a:lnTo>
                      <a:pt x="0" y="136922"/>
                    </a:lnTo>
                    <a:cubicBezTo>
                      <a:pt x="0" y="140210"/>
                      <a:pt x="2665" y="142875"/>
                      <a:pt x="5953" y="142875"/>
                    </a:cubicBezTo>
                    <a:lnTo>
                      <a:pt x="89297" y="142875"/>
                    </a:lnTo>
                    <a:cubicBezTo>
                      <a:pt x="92585" y="142875"/>
                      <a:pt x="95250" y="140210"/>
                      <a:pt x="95250" y="136922"/>
                    </a:cubicBezTo>
                    <a:lnTo>
                      <a:pt x="95250" y="110401"/>
                    </a:lnTo>
                    <a:cubicBezTo>
                      <a:pt x="95249" y="108535"/>
                      <a:pt x="94373" y="106777"/>
                      <a:pt x="92884" y="105653"/>
                    </a:cubicBezTo>
                    <a:lnTo>
                      <a:pt x="47625" y="71438"/>
                    </a:lnTo>
                    <a:lnTo>
                      <a:pt x="2381" y="105370"/>
                    </a:lnTo>
                    <a:cubicBezTo>
                      <a:pt x="882" y="106495"/>
                      <a:pt x="0" y="108259"/>
                      <a:pt x="0" y="110133"/>
                    </a:cubicBezTo>
                    <a:close/>
                  </a:path>
                </a:pathLst>
              </a:custGeom>
              <a:solidFill>
                <a:srgbClr val="1A1A22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4461272" y="4285059"/>
                <a:ext cx="107156" cy="154781"/>
              </a:xfrm>
              <a:custGeom>
                <a:avLst/>
                <a:gdLst/>
                <a:ahLst/>
                <a:cxnLst/>
                <a:rect l="l" t="t" r="r" b="b"/>
                <a:pathLst>
                  <a:path w="107156" h="154781">
                    <a:moveTo>
                      <a:pt x="107156" y="38427"/>
                    </a:moveTo>
                    <a:lnTo>
                      <a:pt x="107156" y="11906"/>
                    </a:lnTo>
                    <a:cubicBezTo>
                      <a:pt x="107156" y="5331"/>
                      <a:pt x="101826" y="0"/>
                      <a:pt x="95250" y="0"/>
                    </a:cubicBezTo>
                    <a:lnTo>
                      <a:pt x="11906" y="0"/>
                    </a:lnTo>
                    <a:cubicBezTo>
                      <a:pt x="5331" y="0"/>
                      <a:pt x="0" y="5331"/>
                      <a:pt x="0" y="11906"/>
                    </a:cubicBezTo>
                    <a:lnTo>
                      <a:pt x="0" y="38695"/>
                    </a:lnTo>
                    <a:cubicBezTo>
                      <a:pt x="8" y="42441"/>
                      <a:pt x="1771" y="45966"/>
                      <a:pt x="4762" y="48220"/>
                    </a:cubicBezTo>
                    <a:lnTo>
                      <a:pt x="43659" y="77391"/>
                    </a:lnTo>
                    <a:lnTo>
                      <a:pt x="4762" y="106561"/>
                    </a:lnTo>
                    <a:cubicBezTo>
                      <a:pt x="1771" y="108815"/>
                      <a:pt x="8" y="112340"/>
                      <a:pt x="0" y="116086"/>
                    </a:cubicBezTo>
                    <a:lnTo>
                      <a:pt x="0" y="142875"/>
                    </a:lnTo>
                    <a:cubicBezTo>
                      <a:pt x="0" y="149451"/>
                      <a:pt x="5331" y="154781"/>
                      <a:pt x="11906" y="154781"/>
                    </a:cubicBezTo>
                    <a:lnTo>
                      <a:pt x="95250" y="154781"/>
                    </a:lnTo>
                    <a:cubicBezTo>
                      <a:pt x="101826" y="154781"/>
                      <a:pt x="107156" y="149451"/>
                      <a:pt x="107156" y="142875"/>
                    </a:cubicBezTo>
                    <a:lnTo>
                      <a:pt x="107156" y="116354"/>
                    </a:lnTo>
                    <a:cubicBezTo>
                      <a:pt x="107148" y="112623"/>
                      <a:pt x="105401" y="109110"/>
                      <a:pt x="102431" y="106851"/>
                    </a:cubicBezTo>
                    <a:lnTo>
                      <a:pt x="63453" y="77391"/>
                    </a:lnTo>
                    <a:lnTo>
                      <a:pt x="102431" y="47930"/>
                    </a:lnTo>
                    <a:cubicBezTo>
                      <a:pt x="105401" y="45672"/>
                      <a:pt x="107148" y="42158"/>
                      <a:pt x="107156" y="38427"/>
                    </a:cubicBezTo>
                    <a:close/>
                    <a:moveTo>
                      <a:pt x="95250" y="142875"/>
                    </a:moveTo>
                    <a:lnTo>
                      <a:pt x="11906" y="142875"/>
                    </a:lnTo>
                    <a:lnTo>
                      <a:pt x="11906" y="116086"/>
                    </a:lnTo>
                    <a:lnTo>
                      <a:pt x="53578" y="84832"/>
                    </a:lnTo>
                    <a:lnTo>
                      <a:pt x="95250" y="116346"/>
                    </a:lnTo>
                    <a:close/>
                    <a:moveTo>
                      <a:pt x="95250" y="38427"/>
                    </a:moveTo>
                    <a:lnTo>
                      <a:pt x="53578" y="69949"/>
                    </a:lnTo>
                    <a:lnTo>
                      <a:pt x="11906" y="38695"/>
                    </a:lnTo>
                    <a:lnTo>
                      <a:pt x="11906" y="11906"/>
                    </a:lnTo>
                    <a:lnTo>
                      <a:pt x="95250" y="11906"/>
                    </a:lnTo>
                    <a:close/>
                  </a:path>
                </a:pathLst>
              </a:custGeom>
              <a:solidFill>
                <a:srgbClr val="1A1A22"/>
              </a:solidFill>
              <a:ln>
                <a:noFill/>
              </a:ln>
            </p:spPr>
          </p:sp>
        </p:grpSp>
        <p:sp>
          <p:nvSpPr>
            <p:cNvPr id="47" name="TextBox 47"/>
            <p:cNvSpPr txBox="1"/>
            <p:nvPr/>
          </p:nvSpPr>
          <p:spPr>
            <a:xfrm>
              <a:off x="4267505" y="429006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1A1A22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</p:grpSp>
      <p:grpSp>
        <p:nvGrpSpPr>
          <p:cNvPr id="70" name="card-trial"/>
          <p:cNvGrpSpPr/>
          <p:nvPr/>
        </p:nvGrpSpPr>
        <p:grpSpPr>
          <a:xfrm>
            <a:off x="5105400" y="1866900"/>
            <a:ext cx="1943100" cy="2781300"/>
            <a:chOff x="5105400" y="1866900"/>
            <a:chExt cx="1943100" cy="2781300"/>
          </a:xfrm>
        </p:grpSpPr>
        <p:sp>
          <p:nvSpPr>
            <p:cNvPr id="49" name="Rectangle 49"/>
            <p:cNvSpPr/>
            <p:nvPr/>
          </p:nvSpPr>
          <p:spPr>
            <a:xfrm>
              <a:off x="5105400" y="1905000"/>
              <a:ext cx="1905000" cy="2743200"/>
            </a:xfrm>
            <a:prstGeom prst="roundRect">
              <a:avLst>
                <a:gd name="adj" fmla="val 6000"/>
              </a:avLst>
            </a:prstGeom>
            <a:solidFill>
              <a:schemeClr val="dk1"/>
            </a:solidFill>
            <a:ln w="28575">
              <a:solidFill>
                <a:schemeClr val="accent1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5219700" y="2019300"/>
              <a:ext cx="1676400" cy="2514600"/>
            </a:xfrm>
            <a:prstGeom prst="roundRect">
              <a:avLst>
                <a:gd name="adj" fmla="val 4545"/>
              </a:avLst>
            </a:prstGeom>
            <a:noFill/>
            <a:ln w="9525">
              <a:solidFill>
                <a:srgbClr val="1A1A22">
                  <a:alpha val="45000"/>
                </a:srgbClr>
              </a:solidFill>
            </a:ln>
          </p:spPr>
        </p:sp>
        <p:sp>
          <p:nvSpPr>
            <p:cNvPr id="51" name="Ellipse 51"/>
            <p:cNvSpPr/>
            <p:nvPr/>
          </p:nvSpPr>
          <p:spPr>
            <a:xfrm>
              <a:off x="5219700" y="2019300"/>
              <a:ext cx="266700" cy="266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5300308" y="208026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5800344" y="2083118"/>
              <a:ext cx="7818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A1A22"/>
                  </a:solidFill>
                  <a:latin typeface="+mj-lt"/>
                  <a:ea typeface="+mj-ea"/>
                  <a:cs typeface="+mj-cs"/>
                </a:rPr>
                <a:t>余时回响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5372100" y="2381250"/>
              <a:ext cx="1371600" cy="1143000"/>
            </a:xfrm>
            <a:prstGeom prst="roundRect">
              <a:avLst>
                <a:gd name="adj" fmla="val 3333"/>
              </a:avLst>
            </a:prstGeom>
            <a:noFill/>
            <a:ln w="14288">
              <a:solidFill>
                <a:srgbClr val="1A1A22"/>
              </a:solidFill>
            </a:ln>
          </p:spPr>
        </p:sp>
        <p:sp>
          <p:nvSpPr>
            <p:cNvPr id="55" name="Ellipse 55"/>
            <p:cNvSpPr/>
            <p:nvPr/>
          </p:nvSpPr>
          <p:spPr>
            <a:xfrm>
              <a:off x="5657850" y="2552700"/>
              <a:ext cx="800100" cy="800100"/>
            </a:xfrm>
            <a:prstGeom prst="ellipse">
              <a:avLst/>
            </a:prstGeom>
            <a:noFill/>
            <a:ln w="9525">
              <a:solidFill>
                <a:schemeClr val="accent1"/>
              </a:solidFill>
              <a:custDash>
                <a:ds d="300000" sp="300000"/>
              </a:custDash>
            </a:ln>
          </p:spPr>
        </p:sp>
        <p:grpSp>
          <p:nvGrpSpPr>
            <p:cNvPr id="58" name="Group 58"/>
            <p:cNvGrpSpPr/>
            <p:nvPr/>
          </p:nvGrpSpPr>
          <p:grpSpPr>
            <a:xfrm>
              <a:off x="5856684" y="2766890"/>
              <a:ext cx="402376" cy="387975"/>
              <a:chOff x="5856684" y="2766890"/>
              <a:chExt cx="402376" cy="387975"/>
            </a:xfrm>
          </p:grpSpPr>
          <p:sp>
            <p:nvSpPr>
              <p:cNvPr id="56" name="Freeform 56"/>
              <p:cNvSpPr/>
              <p:nvPr/>
            </p:nvSpPr>
            <p:spPr>
              <a:xfrm>
                <a:off x="5887641" y="2782491"/>
                <a:ext cx="340519" cy="340519"/>
              </a:xfrm>
              <a:custGeom>
                <a:avLst/>
                <a:gdLst/>
                <a:ahLst/>
                <a:cxnLst/>
                <a:rect l="l" t="t" r="r" b="b"/>
                <a:pathLst>
                  <a:path w="340519" h="340519">
                    <a:moveTo>
                      <a:pt x="340519" y="170259"/>
                    </a:moveTo>
                    <a:cubicBezTo>
                      <a:pt x="340519" y="264291"/>
                      <a:pt x="264291" y="340519"/>
                      <a:pt x="170259" y="340519"/>
                    </a:cubicBezTo>
                    <a:cubicBezTo>
                      <a:pt x="76228" y="340519"/>
                      <a:pt x="0" y="264291"/>
                      <a:pt x="0" y="170259"/>
                    </a:cubicBezTo>
                    <a:cubicBezTo>
                      <a:pt x="0" y="76228"/>
                      <a:pt x="76228" y="0"/>
                      <a:pt x="170259" y="0"/>
                    </a:cubicBezTo>
                    <a:cubicBezTo>
                      <a:pt x="264291" y="0"/>
                      <a:pt x="340519" y="76228"/>
                      <a:pt x="340519" y="170259"/>
                    </a:cubicBezTo>
                    <a:close/>
                  </a:path>
                </a:pathLst>
              </a:custGeom>
              <a:solidFill>
                <a:srgbClr val="1A1A22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5856684" y="2766890"/>
                <a:ext cx="402376" cy="387975"/>
              </a:xfrm>
              <a:custGeom>
                <a:avLst/>
                <a:gdLst/>
                <a:ahLst/>
                <a:cxnLst/>
                <a:rect l="l" t="t" r="r" b="b"/>
                <a:pathLst>
                  <a:path w="402376" h="387975">
                    <a:moveTo>
                      <a:pt x="216694" y="92992"/>
                    </a:moveTo>
                    <a:lnTo>
                      <a:pt x="216694" y="177096"/>
                    </a:lnTo>
                    <a:lnTo>
                      <a:pt x="286577" y="219022"/>
                    </a:lnTo>
                    <a:cubicBezTo>
                      <a:pt x="293908" y="223425"/>
                      <a:pt x="296281" y="232936"/>
                      <a:pt x="291879" y="240266"/>
                    </a:cubicBezTo>
                    <a:cubicBezTo>
                      <a:pt x="287476" y="247596"/>
                      <a:pt x="277965" y="249970"/>
                      <a:pt x="270635" y="245567"/>
                    </a:cubicBezTo>
                    <a:lnTo>
                      <a:pt x="193244" y="199133"/>
                    </a:lnTo>
                    <a:cubicBezTo>
                      <a:pt x="188585" y="196334"/>
                      <a:pt x="185736" y="191296"/>
                      <a:pt x="185738" y="185860"/>
                    </a:cubicBezTo>
                    <a:lnTo>
                      <a:pt x="185738" y="92992"/>
                    </a:lnTo>
                    <a:cubicBezTo>
                      <a:pt x="185738" y="84443"/>
                      <a:pt x="192667" y="77513"/>
                      <a:pt x="201216" y="77513"/>
                    </a:cubicBezTo>
                    <a:cubicBezTo>
                      <a:pt x="209764" y="77513"/>
                      <a:pt x="216694" y="84443"/>
                      <a:pt x="216694" y="92992"/>
                    </a:cubicBezTo>
                    <a:close/>
                    <a:moveTo>
                      <a:pt x="201216" y="123"/>
                    </a:moveTo>
                    <a:cubicBezTo>
                      <a:pt x="151897" y="0"/>
                      <a:pt x="104578" y="19612"/>
                      <a:pt x="69806" y="54587"/>
                    </a:cubicBezTo>
                    <a:cubicBezTo>
                      <a:pt x="55741" y="68826"/>
                      <a:pt x="43242" y="82525"/>
                      <a:pt x="30956" y="96861"/>
                    </a:cubicBezTo>
                    <a:lnTo>
                      <a:pt x="30956" y="62035"/>
                    </a:lnTo>
                    <a:cubicBezTo>
                      <a:pt x="30956" y="53487"/>
                      <a:pt x="24026" y="46557"/>
                      <a:pt x="15478" y="46557"/>
                    </a:cubicBezTo>
                    <a:cubicBezTo>
                      <a:pt x="6930" y="46557"/>
                      <a:pt x="0" y="53487"/>
                      <a:pt x="0" y="62035"/>
                    </a:cubicBezTo>
                    <a:lnTo>
                      <a:pt x="0" y="139426"/>
                    </a:lnTo>
                    <a:cubicBezTo>
                      <a:pt x="0" y="147974"/>
                      <a:pt x="6930" y="154904"/>
                      <a:pt x="15478" y="154904"/>
                    </a:cubicBezTo>
                    <a:lnTo>
                      <a:pt x="92869" y="154904"/>
                    </a:lnTo>
                    <a:cubicBezTo>
                      <a:pt x="101417" y="154904"/>
                      <a:pt x="108347" y="147974"/>
                      <a:pt x="108347" y="139426"/>
                    </a:cubicBezTo>
                    <a:cubicBezTo>
                      <a:pt x="108347" y="130878"/>
                      <a:pt x="101417" y="123948"/>
                      <a:pt x="92869" y="123948"/>
                    </a:cubicBezTo>
                    <a:lnTo>
                      <a:pt x="48369" y="123948"/>
                    </a:lnTo>
                    <a:cubicBezTo>
                      <a:pt x="62203" y="107657"/>
                      <a:pt x="75978" y="92314"/>
                      <a:pt x="91689" y="76411"/>
                    </a:cubicBezTo>
                    <a:cubicBezTo>
                      <a:pt x="151723" y="16377"/>
                      <a:pt x="248912" y="15908"/>
                      <a:pt x="309522" y="75361"/>
                    </a:cubicBezTo>
                    <a:cubicBezTo>
                      <a:pt x="370132" y="134813"/>
                      <a:pt x="371538" y="231993"/>
                      <a:pt x="312673" y="293173"/>
                    </a:cubicBezTo>
                    <a:cubicBezTo>
                      <a:pt x="253808" y="354354"/>
                      <a:pt x="156646" y="356697"/>
                      <a:pt x="94900" y="298425"/>
                    </a:cubicBezTo>
                    <a:cubicBezTo>
                      <a:pt x="88681" y="292548"/>
                      <a:pt x="78876" y="292825"/>
                      <a:pt x="72999" y="299044"/>
                    </a:cubicBezTo>
                    <a:cubicBezTo>
                      <a:pt x="67122" y="305263"/>
                      <a:pt x="67399" y="315069"/>
                      <a:pt x="73618" y="320946"/>
                    </a:cubicBezTo>
                    <a:cubicBezTo>
                      <a:pt x="134263" y="378175"/>
                      <a:pt x="225614" y="387975"/>
                      <a:pt x="297018" y="344911"/>
                    </a:cubicBezTo>
                    <a:cubicBezTo>
                      <a:pt x="368422" y="301847"/>
                      <a:pt x="402376" y="216476"/>
                      <a:pt x="380052" y="136135"/>
                    </a:cubicBezTo>
                    <a:cubicBezTo>
                      <a:pt x="357729" y="55794"/>
                      <a:pt x="284600" y="177"/>
                      <a:pt x="201216" y="123"/>
                    </a:cubicBezTo>
                    <a:close/>
                  </a:path>
                </a:pathLst>
              </a:custGeom>
              <a:solidFill>
                <a:srgbClr val="1A1A22"/>
              </a:solidFill>
              <a:ln>
                <a:noFill/>
              </a:ln>
            </p:spPr>
          </p:sp>
        </p:grpSp>
        <p:sp>
          <p:nvSpPr>
            <p:cNvPr id="59" name="Rectangle 59"/>
            <p:cNvSpPr/>
            <p:nvPr/>
          </p:nvSpPr>
          <p:spPr>
            <a:xfrm>
              <a:off x="5372100" y="3581400"/>
              <a:ext cx="1371600" cy="38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5567172" y="377571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A1A22"/>
                  </a:solidFill>
                  <a:latin typeface="+mn-lt"/>
                  <a:ea typeface="+mn-ea"/>
                  <a:cs typeface="+mn-cs"/>
                </a:rPr>
                <a:t>延缓敌人行动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5635828" y="3985260"/>
              <a:ext cx="8441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A1A22">
                      <a:alphaMod val="60000"/>
                    </a:srgbClr>
                  </a:solidFill>
                  <a:latin typeface="+mn-lt"/>
                  <a:ea typeface="+mn-ea"/>
                  <a:cs typeface="+mn-cs"/>
                </a:rPr>
                <a:t>时间 · 试炼</a:t>
              </a:r>
            </a:p>
          </p:txBody>
        </p:sp>
        <p:grpSp>
          <p:nvGrpSpPr>
            <p:cNvPr id="64" name="Group 64"/>
            <p:cNvGrpSpPr/>
            <p:nvPr/>
          </p:nvGrpSpPr>
          <p:grpSpPr>
            <a:xfrm>
              <a:off x="6671072" y="4285059"/>
              <a:ext cx="107156" cy="154781"/>
              <a:chOff x="6671072" y="4285059"/>
              <a:chExt cx="107156" cy="154781"/>
            </a:xfrm>
          </p:grpSpPr>
          <p:sp>
            <p:nvSpPr>
              <p:cNvPr id="62" name="Freeform 62"/>
              <p:cNvSpPr/>
              <p:nvPr/>
            </p:nvSpPr>
            <p:spPr>
              <a:xfrm>
                <a:off x="6677025" y="4291012"/>
                <a:ext cx="95250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142875">
                    <a:moveTo>
                      <a:pt x="92884" y="37207"/>
                    </a:moveTo>
                    <a:lnTo>
                      <a:pt x="47625" y="71438"/>
                    </a:lnTo>
                    <a:lnTo>
                      <a:pt x="2381" y="37505"/>
                    </a:lnTo>
                    <a:cubicBezTo>
                      <a:pt x="882" y="36380"/>
                      <a:pt x="0" y="34616"/>
                      <a:pt x="0" y="32742"/>
                    </a:cubicBezTo>
                    <a:lnTo>
                      <a:pt x="0" y="5953"/>
                    </a:lnTo>
                    <a:cubicBezTo>
                      <a:pt x="0" y="2665"/>
                      <a:pt x="2665" y="0"/>
                      <a:pt x="5953" y="0"/>
                    </a:cubicBezTo>
                    <a:lnTo>
                      <a:pt x="89297" y="0"/>
                    </a:lnTo>
                    <a:cubicBezTo>
                      <a:pt x="92585" y="0"/>
                      <a:pt x="95250" y="2665"/>
                      <a:pt x="95250" y="5953"/>
                    </a:cubicBezTo>
                    <a:lnTo>
                      <a:pt x="95250" y="32474"/>
                    </a:lnTo>
                    <a:cubicBezTo>
                      <a:pt x="95244" y="34335"/>
                      <a:pt x="94369" y="36086"/>
                      <a:pt x="92884" y="37207"/>
                    </a:cubicBezTo>
                    <a:close/>
                    <a:moveTo>
                      <a:pt x="0" y="110133"/>
                    </a:moveTo>
                    <a:lnTo>
                      <a:pt x="0" y="136922"/>
                    </a:lnTo>
                    <a:cubicBezTo>
                      <a:pt x="0" y="140210"/>
                      <a:pt x="2665" y="142875"/>
                      <a:pt x="5953" y="142875"/>
                    </a:cubicBezTo>
                    <a:lnTo>
                      <a:pt x="89297" y="142875"/>
                    </a:lnTo>
                    <a:cubicBezTo>
                      <a:pt x="92585" y="142875"/>
                      <a:pt x="95250" y="140210"/>
                      <a:pt x="95250" y="136922"/>
                    </a:cubicBezTo>
                    <a:lnTo>
                      <a:pt x="95250" y="110401"/>
                    </a:lnTo>
                    <a:cubicBezTo>
                      <a:pt x="95249" y="108535"/>
                      <a:pt x="94373" y="106777"/>
                      <a:pt x="92884" y="105653"/>
                    </a:cubicBezTo>
                    <a:lnTo>
                      <a:pt x="47625" y="71438"/>
                    </a:lnTo>
                    <a:lnTo>
                      <a:pt x="2381" y="105370"/>
                    </a:lnTo>
                    <a:cubicBezTo>
                      <a:pt x="882" y="106495"/>
                      <a:pt x="0" y="108259"/>
                      <a:pt x="0" y="110133"/>
                    </a:cubicBezTo>
                    <a:close/>
                  </a:path>
                </a:pathLst>
              </a:custGeom>
              <a:solidFill>
                <a:srgbClr val="1A1A22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6671072" y="4285059"/>
                <a:ext cx="107156" cy="154781"/>
              </a:xfrm>
              <a:custGeom>
                <a:avLst/>
                <a:gdLst/>
                <a:ahLst/>
                <a:cxnLst/>
                <a:rect l="l" t="t" r="r" b="b"/>
                <a:pathLst>
                  <a:path w="107156" h="154781">
                    <a:moveTo>
                      <a:pt x="107156" y="38427"/>
                    </a:moveTo>
                    <a:lnTo>
                      <a:pt x="107156" y="11906"/>
                    </a:lnTo>
                    <a:cubicBezTo>
                      <a:pt x="107156" y="5331"/>
                      <a:pt x="101826" y="0"/>
                      <a:pt x="95250" y="0"/>
                    </a:cubicBezTo>
                    <a:lnTo>
                      <a:pt x="11906" y="0"/>
                    </a:lnTo>
                    <a:cubicBezTo>
                      <a:pt x="5331" y="0"/>
                      <a:pt x="0" y="5331"/>
                      <a:pt x="0" y="11906"/>
                    </a:cubicBezTo>
                    <a:lnTo>
                      <a:pt x="0" y="38695"/>
                    </a:lnTo>
                    <a:cubicBezTo>
                      <a:pt x="8" y="42441"/>
                      <a:pt x="1771" y="45966"/>
                      <a:pt x="4762" y="48220"/>
                    </a:cubicBezTo>
                    <a:lnTo>
                      <a:pt x="43659" y="77391"/>
                    </a:lnTo>
                    <a:lnTo>
                      <a:pt x="4762" y="106561"/>
                    </a:lnTo>
                    <a:cubicBezTo>
                      <a:pt x="1771" y="108815"/>
                      <a:pt x="8" y="112340"/>
                      <a:pt x="0" y="116086"/>
                    </a:cubicBezTo>
                    <a:lnTo>
                      <a:pt x="0" y="142875"/>
                    </a:lnTo>
                    <a:cubicBezTo>
                      <a:pt x="0" y="149451"/>
                      <a:pt x="5331" y="154781"/>
                      <a:pt x="11906" y="154781"/>
                    </a:cubicBezTo>
                    <a:lnTo>
                      <a:pt x="95250" y="154781"/>
                    </a:lnTo>
                    <a:cubicBezTo>
                      <a:pt x="101826" y="154781"/>
                      <a:pt x="107156" y="149451"/>
                      <a:pt x="107156" y="142875"/>
                    </a:cubicBezTo>
                    <a:lnTo>
                      <a:pt x="107156" y="116354"/>
                    </a:lnTo>
                    <a:cubicBezTo>
                      <a:pt x="107148" y="112623"/>
                      <a:pt x="105401" y="109110"/>
                      <a:pt x="102431" y="106851"/>
                    </a:cubicBezTo>
                    <a:lnTo>
                      <a:pt x="63453" y="77391"/>
                    </a:lnTo>
                    <a:lnTo>
                      <a:pt x="102431" y="47930"/>
                    </a:lnTo>
                    <a:cubicBezTo>
                      <a:pt x="105401" y="45672"/>
                      <a:pt x="107148" y="42158"/>
                      <a:pt x="107156" y="38427"/>
                    </a:cubicBezTo>
                    <a:close/>
                    <a:moveTo>
                      <a:pt x="95250" y="142875"/>
                    </a:moveTo>
                    <a:lnTo>
                      <a:pt x="11906" y="142875"/>
                    </a:lnTo>
                    <a:lnTo>
                      <a:pt x="11906" y="116086"/>
                    </a:lnTo>
                    <a:lnTo>
                      <a:pt x="53578" y="84832"/>
                    </a:lnTo>
                    <a:lnTo>
                      <a:pt x="95250" y="116346"/>
                    </a:lnTo>
                    <a:close/>
                    <a:moveTo>
                      <a:pt x="95250" y="38427"/>
                    </a:moveTo>
                    <a:lnTo>
                      <a:pt x="53578" y="69949"/>
                    </a:lnTo>
                    <a:lnTo>
                      <a:pt x="11906" y="38695"/>
                    </a:lnTo>
                    <a:lnTo>
                      <a:pt x="11906" y="11906"/>
                    </a:lnTo>
                    <a:lnTo>
                      <a:pt x="95250" y="11906"/>
                    </a:lnTo>
                    <a:close/>
                  </a:path>
                </a:pathLst>
              </a:custGeom>
              <a:solidFill>
                <a:srgbClr val="1A1A22"/>
              </a:solidFill>
              <a:ln>
                <a:noFill/>
              </a:ln>
            </p:spPr>
          </p:sp>
        </p:grpSp>
        <p:sp>
          <p:nvSpPr>
            <p:cNvPr id="65" name="TextBox 65"/>
            <p:cNvSpPr txBox="1"/>
            <p:nvPr/>
          </p:nvSpPr>
          <p:spPr>
            <a:xfrm>
              <a:off x="6477305" y="429006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1A1A22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66" name="Ellipse 66"/>
            <p:cNvSpPr/>
            <p:nvPr/>
          </p:nvSpPr>
          <p:spPr>
            <a:xfrm>
              <a:off x="6743700" y="1866900"/>
              <a:ext cx="304800" cy="304800"/>
            </a:xfrm>
            <a:prstGeom prst="ellipse">
              <a:avLst/>
            </a:prstGeom>
            <a:solidFill>
              <a:srgbClr val="1A1A22"/>
            </a:solidFill>
            <a:ln w="19050">
              <a:solidFill>
                <a:schemeClr val="accent2"/>
              </a:solidFill>
            </a:ln>
            <a:effectLst>
              <a:glow rad="38100">
                <a:srgbClr val="E8C35A">
                  <a:alpha val="70000"/>
                </a:srgbClr>
              </a:glow>
            </a:effectLst>
          </p:spPr>
        </p:sp>
        <p:grpSp>
          <p:nvGrpSpPr>
            <p:cNvPr id="69" name="Group 69"/>
            <p:cNvGrpSpPr/>
            <p:nvPr/>
          </p:nvGrpSpPr>
          <p:grpSpPr>
            <a:xfrm>
              <a:off x="6812807" y="1936007"/>
              <a:ext cx="166587" cy="166587"/>
              <a:chOff x="6812807" y="1936007"/>
              <a:chExt cx="166587" cy="166587"/>
            </a:xfrm>
          </p:grpSpPr>
          <p:sp>
            <p:nvSpPr>
              <p:cNvPr id="67" name="Freeform 67"/>
              <p:cNvSpPr/>
              <p:nvPr/>
            </p:nvSpPr>
            <p:spPr>
              <a:xfrm>
                <a:off x="6818727" y="1941927"/>
                <a:ext cx="154728" cy="154746"/>
              </a:xfrm>
              <a:custGeom>
                <a:avLst/>
                <a:gdLst/>
                <a:ahLst/>
                <a:cxnLst/>
                <a:rect l="l" t="t" r="r" b="b"/>
                <a:pathLst>
                  <a:path w="154728" h="154746">
                    <a:moveTo>
                      <a:pt x="150864" y="82939"/>
                    </a:moveTo>
                    <a:lnTo>
                      <a:pt x="101051" y="101051"/>
                    </a:lnTo>
                    <a:lnTo>
                      <a:pt x="82939" y="150864"/>
                    </a:lnTo>
                    <a:cubicBezTo>
                      <a:pt x="82073" y="153197"/>
                      <a:pt x="79847" y="154746"/>
                      <a:pt x="77358" y="154746"/>
                    </a:cubicBezTo>
                    <a:cubicBezTo>
                      <a:pt x="74869" y="154746"/>
                      <a:pt x="72643" y="153197"/>
                      <a:pt x="71777" y="150864"/>
                    </a:cubicBezTo>
                    <a:lnTo>
                      <a:pt x="53694" y="101051"/>
                    </a:lnTo>
                    <a:lnTo>
                      <a:pt x="3882" y="82939"/>
                    </a:lnTo>
                    <a:cubicBezTo>
                      <a:pt x="1548" y="82073"/>
                      <a:pt x="0" y="79847"/>
                      <a:pt x="0" y="77358"/>
                    </a:cubicBezTo>
                    <a:cubicBezTo>
                      <a:pt x="0" y="74869"/>
                      <a:pt x="1548" y="72643"/>
                      <a:pt x="3882" y="71777"/>
                    </a:cubicBezTo>
                    <a:lnTo>
                      <a:pt x="53694" y="53694"/>
                    </a:lnTo>
                    <a:lnTo>
                      <a:pt x="71807" y="3882"/>
                    </a:lnTo>
                    <a:cubicBezTo>
                      <a:pt x="72673" y="1548"/>
                      <a:pt x="74899" y="0"/>
                      <a:pt x="77388" y="0"/>
                    </a:cubicBezTo>
                    <a:cubicBezTo>
                      <a:pt x="79877" y="0"/>
                      <a:pt x="82103" y="1548"/>
                      <a:pt x="82969" y="3882"/>
                    </a:cubicBezTo>
                    <a:lnTo>
                      <a:pt x="101081" y="53694"/>
                    </a:lnTo>
                    <a:lnTo>
                      <a:pt x="150894" y="71807"/>
                    </a:lnTo>
                    <a:cubicBezTo>
                      <a:pt x="153204" y="72690"/>
                      <a:pt x="154728" y="74910"/>
                      <a:pt x="154721" y="77383"/>
                    </a:cubicBezTo>
                    <a:cubicBezTo>
                      <a:pt x="154714" y="79856"/>
                      <a:pt x="153179" y="82068"/>
                      <a:pt x="150864" y="82939"/>
                    </a:cubicBezTo>
                    <a:close/>
                  </a:path>
                </a:pathLst>
              </a:custGeom>
              <a:solidFill>
                <a:schemeClr val="accent2">
                  <a:alpha val="20000"/>
                </a:schemeClr>
              </a:solidFill>
              <a:ln>
                <a:noFill/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6812807" y="1936007"/>
                <a:ext cx="166587" cy="166587"/>
              </a:xfrm>
              <a:custGeom>
                <a:avLst/>
                <a:gdLst/>
                <a:ahLst/>
                <a:cxnLst/>
                <a:rect l="l" t="t" r="r" b="b"/>
                <a:pathLst>
                  <a:path w="166587" h="166587">
                    <a:moveTo>
                      <a:pt x="158824" y="72131"/>
                    </a:moveTo>
                    <a:lnTo>
                      <a:pt x="111615" y="54971"/>
                    </a:lnTo>
                    <a:lnTo>
                      <a:pt x="94455" y="7763"/>
                    </a:lnTo>
                    <a:cubicBezTo>
                      <a:pt x="92723" y="3097"/>
                      <a:pt x="88271" y="0"/>
                      <a:pt x="83293" y="0"/>
                    </a:cubicBezTo>
                    <a:cubicBezTo>
                      <a:pt x="78316" y="0"/>
                      <a:pt x="73863" y="3097"/>
                      <a:pt x="72131" y="7763"/>
                    </a:cubicBezTo>
                    <a:lnTo>
                      <a:pt x="54971" y="54971"/>
                    </a:lnTo>
                    <a:lnTo>
                      <a:pt x="7763" y="72131"/>
                    </a:lnTo>
                    <a:cubicBezTo>
                      <a:pt x="3097" y="73863"/>
                      <a:pt x="0" y="78316"/>
                      <a:pt x="0" y="83293"/>
                    </a:cubicBezTo>
                    <a:cubicBezTo>
                      <a:pt x="0" y="88271"/>
                      <a:pt x="3097" y="92723"/>
                      <a:pt x="7763" y="94455"/>
                    </a:cubicBezTo>
                    <a:lnTo>
                      <a:pt x="54971" y="111623"/>
                    </a:lnTo>
                    <a:lnTo>
                      <a:pt x="72131" y="158824"/>
                    </a:lnTo>
                    <a:cubicBezTo>
                      <a:pt x="73863" y="163490"/>
                      <a:pt x="78316" y="166587"/>
                      <a:pt x="83293" y="166587"/>
                    </a:cubicBezTo>
                    <a:cubicBezTo>
                      <a:pt x="88271" y="166587"/>
                      <a:pt x="92723" y="163490"/>
                      <a:pt x="94455" y="158824"/>
                    </a:cubicBezTo>
                    <a:lnTo>
                      <a:pt x="111623" y="111615"/>
                    </a:lnTo>
                    <a:lnTo>
                      <a:pt x="158824" y="94455"/>
                    </a:lnTo>
                    <a:cubicBezTo>
                      <a:pt x="163490" y="92723"/>
                      <a:pt x="166587" y="88271"/>
                      <a:pt x="166587" y="83293"/>
                    </a:cubicBezTo>
                    <a:cubicBezTo>
                      <a:pt x="166587" y="78316"/>
                      <a:pt x="163490" y="73863"/>
                      <a:pt x="158824" y="72131"/>
                    </a:cubicBezTo>
                    <a:close/>
                    <a:moveTo>
                      <a:pt x="104933" y="101376"/>
                    </a:moveTo>
                    <a:cubicBezTo>
                      <a:pt x="103280" y="101978"/>
                      <a:pt x="101978" y="103280"/>
                      <a:pt x="101376" y="104933"/>
                    </a:cubicBezTo>
                    <a:lnTo>
                      <a:pt x="83293" y="154656"/>
                    </a:lnTo>
                    <a:lnTo>
                      <a:pt x="65211" y="104933"/>
                    </a:lnTo>
                    <a:cubicBezTo>
                      <a:pt x="64609" y="103280"/>
                      <a:pt x="63307" y="101978"/>
                      <a:pt x="61654" y="101376"/>
                    </a:cubicBezTo>
                    <a:lnTo>
                      <a:pt x="11930" y="83293"/>
                    </a:lnTo>
                    <a:lnTo>
                      <a:pt x="61654" y="65211"/>
                    </a:lnTo>
                    <a:cubicBezTo>
                      <a:pt x="63307" y="64609"/>
                      <a:pt x="64609" y="63307"/>
                      <a:pt x="65211" y="61654"/>
                    </a:cubicBezTo>
                    <a:lnTo>
                      <a:pt x="83293" y="11930"/>
                    </a:lnTo>
                    <a:lnTo>
                      <a:pt x="101376" y="61654"/>
                    </a:lnTo>
                    <a:cubicBezTo>
                      <a:pt x="101978" y="63307"/>
                      <a:pt x="103280" y="64609"/>
                      <a:pt x="104933" y="65211"/>
                    </a:cubicBezTo>
                    <a:lnTo>
                      <a:pt x="154656" y="83293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</p:grpSp>
      </p:grpSp>
      <p:grpSp>
        <p:nvGrpSpPr>
          <p:cNvPr id="87" name="card-anatomy"/>
          <p:cNvGrpSpPr/>
          <p:nvPr/>
        </p:nvGrpSpPr>
        <p:grpSpPr>
          <a:xfrm>
            <a:off x="7460742" y="1968818"/>
            <a:ext cx="2977134" cy="2721483"/>
            <a:chOff x="7460742" y="1968818"/>
            <a:chExt cx="2977134" cy="2721483"/>
          </a:xfrm>
        </p:grpSpPr>
        <p:sp>
          <p:nvSpPr>
            <p:cNvPr id="71" name="TextBox 71"/>
            <p:cNvSpPr txBox="1"/>
            <p:nvPr/>
          </p:nvSpPr>
          <p:spPr>
            <a:xfrm>
              <a:off x="7460742" y="1968818"/>
              <a:ext cx="80124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spc="1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固定版式</a:t>
              </a:r>
            </a:p>
          </p:txBody>
        </p:sp>
        <p:sp>
          <p:nvSpPr>
            <p:cNvPr id="72" name="Ellipse 72"/>
            <p:cNvSpPr/>
            <p:nvPr/>
          </p:nvSpPr>
          <p:spPr>
            <a:xfrm>
              <a:off x="7467600" y="2362200"/>
              <a:ext cx="266700" cy="266700"/>
            </a:xfrm>
            <a:prstGeom prst="ellipse">
              <a:avLst/>
            </a:prstGeom>
            <a:solidFill>
              <a:srgbClr val="D9573B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7548208" y="242316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7877556" y="2377440"/>
              <a:ext cx="12662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左上 · 费用</a:t>
              </a:r>
            </a:p>
          </p:txBody>
        </p:sp>
        <p:grpSp>
          <p:nvGrpSpPr>
            <p:cNvPr id="77" name="Group 77"/>
            <p:cNvGrpSpPr/>
            <p:nvPr/>
          </p:nvGrpSpPr>
          <p:grpSpPr>
            <a:xfrm>
              <a:off x="7536656" y="2974181"/>
              <a:ext cx="128588" cy="185738"/>
              <a:chOff x="7536656" y="2974181"/>
              <a:chExt cx="128588" cy="185738"/>
            </a:xfrm>
          </p:grpSpPr>
          <p:sp>
            <p:nvSpPr>
              <p:cNvPr id="75" name="Freeform 75"/>
              <p:cNvSpPr/>
              <p:nvPr/>
            </p:nvSpPr>
            <p:spPr>
              <a:xfrm>
                <a:off x="7543800" y="2981325"/>
                <a:ext cx="1143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71450">
                    <a:moveTo>
                      <a:pt x="111460" y="44648"/>
                    </a:moveTo>
                    <a:lnTo>
                      <a:pt x="57150" y="85725"/>
                    </a:lnTo>
                    <a:lnTo>
                      <a:pt x="2857" y="45006"/>
                    </a:lnTo>
                    <a:cubicBezTo>
                      <a:pt x="1059" y="43656"/>
                      <a:pt x="0" y="41539"/>
                      <a:pt x="0" y="39291"/>
                    </a:cubicBezTo>
                    <a:lnTo>
                      <a:pt x="0" y="7144"/>
                    </a:lnTo>
                    <a:cubicBezTo>
                      <a:pt x="0" y="3198"/>
                      <a:pt x="3198" y="0"/>
                      <a:pt x="7144" y="0"/>
                    </a:cubicBezTo>
                    <a:lnTo>
                      <a:pt x="107156" y="0"/>
                    </a:lnTo>
                    <a:cubicBezTo>
                      <a:pt x="111102" y="0"/>
                      <a:pt x="114300" y="3198"/>
                      <a:pt x="114300" y="7144"/>
                    </a:cubicBezTo>
                    <a:lnTo>
                      <a:pt x="114300" y="38969"/>
                    </a:lnTo>
                    <a:cubicBezTo>
                      <a:pt x="114293" y="41202"/>
                      <a:pt x="113242" y="43303"/>
                      <a:pt x="111460" y="44648"/>
                    </a:cubicBezTo>
                    <a:close/>
                    <a:moveTo>
                      <a:pt x="0" y="132159"/>
                    </a:moveTo>
                    <a:lnTo>
                      <a:pt x="0" y="164306"/>
                    </a:lnTo>
                    <a:cubicBezTo>
                      <a:pt x="0" y="168252"/>
                      <a:pt x="3198" y="171450"/>
                      <a:pt x="7144" y="171450"/>
                    </a:cubicBezTo>
                    <a:lnTo>
                      <a:pt x="107156" y="171450"/>
                    </a:lnTo>
                    <a:cubicBezTo>
                      <a:pt x="111102" y="171450"/>
                      <a:pt x="114300" y="168252"/>
                      <a:pt x="114300" y="164306"/>
                    </a:cubicBezTo>
                    <a:lnTo>
                      <a:pt x="114300" y="132481"/>
                    </a:lnTo>
                    <a:cubicBezTo>
                      <a:pt x="114299" y="130242"/>
                      <a:pt x="113247" y="128133"/>
                      <a:pt x="111460" y="126784"/>
                    </a:cubicBezTo>
                    <a:lnTo>
                      <a:pt x="57150" y="85725"/>
                    </a:lnTo>
                    <a:lnTo>
                      <a:pt x="2857" y="126444"/>
                    </a:lnTo>
                    <a:cubicBezTo>
                      <a:pt x="1059" y="127794"/>
                      <a:pt x="0" y="129911"/>
                      <a:pt x="0" y="132159"/>
                    </a:cubicBezTo>
                    <a:close/>
                  </a:path>
                </a:pathLst>
              </a:custGeom>
              <a:solidFill>
                <a:schemeClr val="accent2">
                  <a:alpha val="20000"/>
                </a:schemeClr>
              </a:solidFill>
              <a:ln>
                <a:noFill/>
              </a:ln>
            </p:spPr>
          </p:sp>
          <p:sp>
            <p:nvSpPr>
              <p:cNvPr id="76" name="Freeform 76"/>
              <p:cNvSpPr/>
              <p:nvPr/>
            </p:nvSpPr>
            <p:spPr>
              <a:xfrm>
                <a:off x="7536656" y="2974181"/>
                <a:ext cx="128588" cy="185738"/>
              </a:xfrm>
              <a:custGeom>
                <a:avLst/>
                <a:gdLst/>
                <a:ahLst/>
                <a:cxnLst/>
                <a:rect l="l" t="t" r="r" b="b"/>
                <a:pathLst>
                  <a:path w="128588" h="185738">
                    <a:moveTo>
                      <a:pt x="128588" y="46113"/>
                    </a:moveTo>
                    <a:lnTo>
                      <a:pt x="128588" y="14288"/>
                    </a:lnTo>
                    <a:cubicBezTo>
                      <a:pt x="128588" y="6397"/>
                      <a:pt x="122191" y="0"/>
                      <a:pt x="114300" y="0"/>
                    </a:cubicBezTo>
                    <a:lnTo>
                      <a:pt x="14288" y="0"/>
                    </a:lnTo>
                    <a:cubicBezTo>
                      <a:pt x="6397" y="0"/>
                      <a:pt x="0" y="6397"/>
                      <a:pt x="0" y="14288"/>
                    </a:cubicBezTo>
                    <a:lnTo>
                      <a:pt x="0" y="46434"/>
                    </a:lnTo>
                    <a:cubicBezTo>
                      <a:pt x="10" y="50929"/>
                      <a:pt x="2125" y="55160"/>
                      <a:pt x="5715" y="57864"/>
                    </a:cubicBezTo>
                    <a:lnTo>
                      <a:pt x="52390" y="92869"/>
                    </a:lnTo>
                    <a:lnTo>
                      <a:pt x="5715" y="127873"/>
                    </a:lnTo>
                    <a:cubicBezTo>
                      <a:pt x="2125" y="130578"/>
                      <a:pt x="10" y="134808"/>
                      <a:pt x="0" y="139303"/>
                    </a:cubicBezTo>
                    <a:lnTo>
                      <a:pt x="0" y="171450"/>
                    </a:lnTo>
                    <a:cubicBezTo>
                      <a:pt x="0" y="179341"/>
                      <a:pt x="6397" y="185738"/>
                      <a:pt x="14288" y="185738"/>
                    </a:cubicBezTo>
                    <a:lnTo>
                      <a:pt x="114300" y="185738"/>
                    </a:lnTo>
                    <a:cubicBezTo>
                      <a:pt x="122191" y="185738"/>
                      <a:pt x="128588" y="179341"/>
                      <a:pt x="128588" y="171450"/>
                    </a:cubicBezTo>
                    <a:lnTo>
                      <a:pt x="128588" y="139625"/>
                    </a:lnTo>
                    <a:cubicBezTo>
                      <a:pt x="128577" y="135148"/>
                      <a:pt x="126481" y="130931"/>
                      <a:pt x="122917" y="128221"/>
                    </a:cubicBezTo>
                    <a:lnTo>
                      <a:pt x="76143" y="92869"/>
                    </a:lnTo>
                    <a:lnTo>
                      <a:pt x="122917" y="57516"/>
                    </a:lnTo>
                    <a:cubicBezTo>
                      <a:pt x="126481" y="54806"/>
                      <a:pt x="128577" y="50590"/>
                      <a:pt x="128588" y="46113"/>
                    </a:cubicBezTo>
                    <a:close/>
                    <a:moveTo>
                      <a:pt x="114300" y="171450"/>
                    </a:moveTo>
                    <a:lnTo>
                      <a:pt x="14288" y="171450"/>
                    </a:lnTo>
                    <a:lnTo>
                      <a:pt x="14288" y="139303"/>
                    </a:lnTo>
                    <a:lnTo>
                      <a:pt x="64294" y="101798"/>
                    </a:lnTo>
                    <a:lnTo>
                      <a:pt x="114300" y="139616"/>
                    </a:lnTo>
                    <a:close/>
                    <a:moveTo>
                      <a:pt x="114300" y="46113"/>
                    </a:moveTo>
                    <a:lnTo>
                      <a:pt x="64294" y="83939"/>
                    </a:lnTo>
                    <a:lnTo>
                      <a:pt x="14288" y="46434"/>
                    </a:lnTo>
                    <a:lnTo>
                      <a:pt x="14288" y="14288"/>
                    </a:lnTo>
                    <a:lnTo>
                      <a:pt x="114300" y="14288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</p:grpSp>
        <p:sp>
          <p:nvSpPr>
            <p:cNvPr id="78" name="TextBox 78"/>
            <p:cNvSpPr txBox="1"/>
            <p:nvPr/>
          </p:nvSpPr>
          <p:spPr>
            <a:xfrm>
              <a:off x="7877556" y="2948940"/>
              <a:ext cx="17508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右下 · 冷却时间</a:t>
              </a:r>
            </a:p>
          </p:txBody>
        </p:sp>
        <p:sp>
          <p:nvSpPr>
            <p:cNvPr id="79" name="Rectangle 79"/>
            <p:cNvSpPr/>
            <p:nvPr/>
          </p:nvSpPr>
          <p:spPr>
            <a:xfrm>
              <a:off x="7467600" y="3600450"/>
              <a:ext cx="266700" cy="38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7877556" y="3520440"/>
              <a:ext cx="17508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色带 · 所属权柄</a:t>
              </a:r>
            </a:p>
          </p:txBody>
        </p:sp>
        <p:sp>
          <p:nvSpPr>
            <p:cNvPr id="81" name="Ellipse 81"/>
            <p:cNvSpPr/>
            <p:nvPr/>
          </p:nvSpPr>
          <p:spPr>
            <a:xfrm>
              <a:off x="7467600" y="4076700"/>
              <a:ext cx="266700" cy="266700"/>
            </a:xfrm>
            <a:prstGeom prst="ellipse">
              <a:avLst/>
            </a:prstGeom>
            <a:solidFill>
              <a:srgbClr val="1A1A22"/>
            </a:solidFill>
            <a:ln w="19050">
              <a:solidFill>
                <a:schemeClr val="accent2"/>
              </a:solidFill>
            </a:ln>
          </p:spPr>
        </p:sp>
        <p:grpSp>
          <p:nvGrpSpPr>
            <p:cNvPr id="84" name="Group 84"/>
            <p:cNvGrpSpPr/>
            <p:nvPr/>
          </p:nvGrpSpPr>
          <p:grpSpPr>
            <a:xfrm>
              <a:off x="7525986" y="4135086"/>
              <a:ext cx="149928" cy="149928"/>
              <a:chOff x="7525986" y="4135086"/>
              <a:chExt cx="149928" cy="149928"/>
            </a:xfrm>
          </p:grpSpPr>
          <p:sp>
            <p:nvSpPr>
              <p:cNvPr id="82" name="Freeform 82"/>
              <p:cNvSpPr/>
              <p:nvPr/>
            </p:nvSpPr>
            <p:spPr>
              <a:xfrm>
                <a:off x="7531314" y="4140414"/>
                <a:ext cx="139255" cy="139271"/>
              </a:xfrm>
              <a:custGeom>
                <a:avLst/>
                <a:gdLst/>
                <a:ahLst/>
                <a:cxnLst/>
                <a:rect l="l" t="t" r="r" b="b"/>
                <a:pathLst>
                  <a:path w="139255" h="139271">
                    <a:moveTo>
                      <a:pt x="135778" y="74645"/>
                    </a:moveTo>
                    <a:lnTo>
                      <a:pt x="90946" y="90946"/>
                    </a:lnTo>
                    <a:lnTo>
                      <a:pt x="74645" y="135778"/>
                    </a:lnTo>
                    <a:cubicBezTo>
                      <a:pt x="73866" y="137878"/>
                      <a:pt x="71862" y="139271"/>
                      <a:pt x="69622" y="139271"/>
                    </a:cubicBezTo>
                    <a:cubicBezTo>
                      <a:pt x="67382" y="139271"/>
                      <a:pt x="65379" y="137878"/>
                      <a:pt x="64599" y="135778"/>
                    </a:cubicBezTo>
                    <a:lnTo>
                      <a:pt x="48325" y="90946"/>
                    </a:lnTo>
                    <a:lnTo>
                      <a:pt x="3493" y="74645"/>
                    </a:lnTo>
                    <a:cubicBezTo>
                      <a:pt x="1393" y="73866"/>
                      <a:pt x="0" y="71862"/>
                      <a:pt x="0" y="69622"/>
                    </a:cubicBezTo>
                    <a:cubicBezTo>
                      <a:pt x="0" y="67382"/>
                      <a:pt x="1393" y="65379"/>
                      <a:pt x="3493" y="64599"/>
                    </a:cubicBezTo>
                    <a:lnTo>
                      <a:pt x="48325" y="48325"/>
                    </a:lnTo>
                    <a:lnTo>
                      <a:pt x="64626" y="3493"/>
                    </a:lnTo>
                    <a:cubicBezTo>
                      <a:pt x="65405" y="1393"/>
                      <a:pt x="67409" y="0"/>
                      <a:pt x="69649" y="0"/>
                    </a:cubicBezTo>
                    <a:cubicBezTo>
                      <a:pt x="71889" y="0"/>
                      <a:pt x="73892" y="1393"/>
                      <a:pt x="74672" y="3493"/>
                    </a:cubicBezTo>
                    <a:lnTo>
                      <a:pt x="90973" y="48325"/>
                    </a:lnTo>
                    <a:lnTo>
                      <a:pt x="135805" y="64626"/>
                    </a:lnTo>
                    <a:cubicBezTo>
                      <a:pt x="137884" y="65421"/>
                      <a:pt x="139255" y="67419"/>
                      <a:pt x="139249" y="69645"/>
                    </a:cubicBezTo>
                    <a:cubicBezTo>
                      <a:pt x="139243" y="71871"/>
                      <a:pt x="137861" y="73861"/>
                      <a:pt x="135778" y="74645"/>
                    </a:cubicBezTo>
                    <a:close/>
                  </a:path>
                </a:pathLst>
              </a:custGeom>
              <a:solidFill>
                <a:schemeClr val="accent2">
                  <a:alpha val="20000"/>
                </a:schemeClr>
              </a:solidFill>
              <a:ln>
                <a:noFill/>
              </a:ln>
            </p:spPr>
          </p:sp>
          <p:sp>
            <p:nvSpPr>
              <p:cNvPr id="83" name="Freeform 83"/>
              <p:cNvSpPr/>
              <p:nvPr/>
            </p:nvSpPr>
            <p:spPr>
              <a:xfrm>
                <a:off x="7525986" y="4135086"/>
                <a:ext cx="149928" cy="149928"/>
              </a:xfrm>
              <a:custGeom>
                <a:avLst/>
                <a:gdLst/>
                <a:ahLst/>
                <a:cxnLst/>
                <a:rect l="l" t="t" r="r" b="b"/>
                <a:pathLst>
                  <a:path w="149928" h="149928">
                    <a:moveTo>
                      <a:pt x="142941" y="64918"/>
                    </a:moveTo>
                    <a:lnTo>
                      <a:pt x="100454" y="49474"/>
                    </a:lnTo>
                    <a:lnTo>
                      <a:pt x="85010" y="6987"/>
                    </a:lnTo>
                    <a:cubicBezTo>
                      <a:pt x="83451" y="2787"/>
                      <a:pt x="79444" y="0"/>
                      <a:pt x="74964" y="0"/>
                    </a:cubicBezTo>
                    <a:cubicBezTo>
                      <a:pt x="70484" y="0"/>
                      <a:pt x="66477" y="2787"/>
                      <a:pt x="64918" y="6987"/>
                    </a:cubicBezTo>
                    <a:lnTo>
                      <a:pt x="49474" y="49474"/>
                    </a:lnTo>
                    <a:lnTo>
                      <a:pt x="6987" y="64918"/>
                    </a:lnTo>
                    <a:cubicBezTo>
                      <a:pt x="2787" y="66477"/>
                      <a:pt x="0" y="70484"/>
                      <a:pt x="0" y="74964"/>
                    </a:cubicBezTo>
                    <a:cubicBezTo>
                      <a:pt x="0" y="79444"/>
                      <a:pt x="2787" y="83451"/>
                      <a:pt x="6987" y="85010"/>
                    </a:cubicBezTo>
                    <a:lnTo>
                      <a:pt x="49474" y="100460"/>
                    </a:lnTo>
                    <a:lnTo>
                      <a:pt x="64918" y="142941"/>
                    </a:lnTo>
                    <a:cubicBezTo>
                      <a:pt x="66477" y="147141"/>
                      <a:pt x="70484" y="149928"/>
                      <a:pt x="74964" y="149928"/>
                    </a:cubicBezTo>
                    <a:cubicBezTo>
                      <a:pt x="79444" y="149928"/>
                      <a:pt x="83451" y="147141"/>
                      <a:pt x="85010" y="142941"/>
                    </a:cubicBezTo>
                    <a:lnTo>
                      <a:pt x="100460" y="100454"/>
                    </a:lnTo>
                    <a:lnTo>
                      <a:pt x="142941" y="85010"/>
                    </a:lnTo>
                    <a:cubicBezTo>
                      <a:pt x="147141" y="83451"/>
                      <a:pt x="149928" y="79444"/>
                      <a:pt x="149928" y="74964"/>
                    </a:cubicBezTo>
                    <a:cubicBezTo>
                      <a:pt x="149928" y="70484"/>
                      <a:pt x="147141" y="66477"/>
                      <a:pt x="142941" y="64918"/>
                    </a:cubicBezTo>
                    <a:close/>
                    <a:moveTo>
                      <a:pt x="94440" y="91238"/>
                    </a:moveTo>
                    <a:cubicBezTo>
                      <a:pt x="92952" y="91780"/>
                      <a:pt x="91780" y="92952"/>
                      <a:pt x="91238" y="94440"/>
                    </a:cubicBezTo>
                    <a:lnTo>
                      <a:pt x="74964" y="139191"/>
                    </a:lnTo>
                    <a:lnTo>
                      <a:pt x="58690" y="94440"/>
                    </a:lnTo>
                    <a:cubicBezTo>
                      <a:pt x="58148" y="92952"/>
                      <a:pt x="56976" y="91780"/>
                      <a:pt x="55488" y="91238"/>
                    </a:cubicBezTo>
                    <a:lnTo>
                      <a:pt x="10737" y="74964"/>
                    </a:lnTo>
                    <a:lnTo>
                      <a:pt x="55488" y="58690"/>
                    </a:lnTo>
                    <a:cubicBezTo>
                      <a:pt x="56976" y="58148"/>
                      <a:pt x="58148" y="56976"/>
                      <a:pt x="58690" y="55488"/>
                    </a:cubicBezTo>
                    <a:lnTo>
                      <a:pt x="74964" y="10737"/>
                    </a:lnTo>
                    <a:lnTo>
                      <a:pt x="91238" y="55488"/>
                    </a:lnTo>
                    <a:cubicBezTo>
                      <a:pt x="91780" y="56976"/>
                      <a:pt x="92952" y="58148"/>
                      <a:pt x="94440" y="58690"/>
                    </a:cubicBezTo>
                    <a:lnTo>
                      <a:pt x="139191" y="74964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</p:grpSp>
        <p:sp>
          <p:nvSpPr>
            <p:cNvPr id="85" name="TextBox 85"/>
            <p:cNvSpPr txBox="1"/>
            <p:nvPr/>
          </p:nvSpPr>
          <p:spPr>
            <a:xfrm>
              <a:off x="7877556" y="4091940"/>
              <a:ext cx="150853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角标 · 试炼卡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7879842" y="4426268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战斗中一眼读懂，无需翻看说明</a:t>
              </a:r>
            </a:p>
          </p:txBody>
        </p:sp>
      </p:grpSp>
      <p:grpSp>
        <p:nvGrpSpPr>
          <p:cNvPr id="112" name="power-band"/>
          <p:cNvGrpSpPr/>
          <p:nvPr/>
        </p:nvGrpSpPr>
        <p:grpSpPr>
          <a:xfrm>
            <a:off x="602742" y="5035868"/>
            <a:ext cx="10979658" cy="1203388"/>
            <a:chOff x="602742" y="5035868"/>
            <a:chExt cx="10979658" cy="1203388"/>
          </a:xfrm>
        </p:grpSpPr>
        <p:sp>
          <p:nvSpPr>
            <p:cNvPr id="88" name="TextBox 88"/>
            <p:cNvSpPr txBox="1"/>
            <p:nvPr/>
          </p:nvSpPr>
          <p:spPr>
            <a:xfrm>
              <a:off x="602742" y="5035868"/>
              <a:ext cx="207818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spc="1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七种权柄 · 七种卡面色</a:t>
              </a:r>
            </a:p>
          </p:txBody>
        </p:sp>
        <p:sp>
          <p:nvSpPr>
            <p:cNvPr id="89" name="Rectangle 89"/>
            <p:cNvSpPr/>
            <p:nvPr/>
          </p:nvSpPr>
          <p:spPr>
            <a:xfrm>
              <a:off x="609600" y="5334000"/>
              <a:ext cx="1485900" cy="533400"/>
            </a:xfrm>
            <a:prstGeom prst="roundRect">
              <a:avLst>
                <a:gd name="adj" fmla="val 10714"/>
              </a:avLst>
            </a:prstGeom>
            <a:solidFill>
              <a:srgbClr val="D9573B"/>
            </a:solidFill>
            <a:ln>
              <a:noFill/>
            </a:ln>
          </p:spPr>
        </p:sp>
        <p:sp>
          <p:nvSpPr>
            <p:cNvPr id="90" name="Rectangle 90"/>
            <p:cNvSpPr/>
            <p:nvPr/>
          </p:nvSpPr>
          <p:spPr>
            <a:xfrm>
              <a:off x="2190750" y="5334000"/>
              <a:ext cx="1485900" cy="533400"/>
            </a:xfrm>
            <a:prstGeom prst="roundRect">
              <a:avLst>
                <a:gd name="adj" fmla="val 10714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1" name="Rectangle 91"/>
            <p:cNvSpPr/>
            <p:nvPr/>
          </p:nvSpPr>
          <p:spPr>
            <a:xfrm>
              <a:off x="3771900" y="5334000"/>
              <a:ext cx="1485900" cy="533400"/>
            </a:xfrm>
            <a:prstGeom prst="roundRect">
              <a:avLst>
                <a:gd name="adj" fmla="val 10714"/>
              </a:avLst>
            </a:prstGeom>
            <a:solidFill>
              <a:srgbClr val="4466D6"/>
            </a:solidFill>
            <a:ln>
              <a:noFill/>
            </a:ln>
          </p:spPr>
        </p:sp>
        <p:sp>
          <p:nvSpPr>
            <p:cNvPr id="92" name="Rectangle 92"/>
            <p:cNvSpPr/>
            <p:nvPr/>
          </p:nvSpPr>
          <p:spPr>
            <a:xfrm>
              <a:off x="5353050" y="5334000"/>
              <a:ext cx="1485900" cy="533400"/>
            </a:xfrm>
            <a:prstGeom prst="roundRect">
              <a:avLst>
                <a:gd name="adj" fmla="val 10714"/>
              </a:avLst>
            </a:prstGeom>
            <a:solidFill>
              <a:srgbClr val="8E86A8"/>
            </a:solidFill>
            <a:ln>
              <a:noFill/>
            </a:ln>
          </p:spPr>
        </p:sp>
        <p:sp>
          <p:nvSpPr>
            <p:cNvPr id="93" name="Rectangle 93"/>
            <p:cNvSpPr/>
            <p:nvPr/>
          </p:nvSpPr>
          <p:spPr>
            <a:xfrm>
              <a:off x="6934200" y="5334000"/>
              <a:ext cx="1485900" cy="533400"/>
            </a:xfrm>
            <a:prstGeom prst="roundRect">
              <a:avLst>
                <a:gd name="adj" fmla="val 10714"/>
              </a:avLst>
            </a:prstGeom>
            <a:solidFill>
              <a:srgbClr val="7C9B5C"/>
            </a:solidFill>
            <a:ln>
              <a:noFill/>
            </a:ln>
          </p:spPr>
        </p:sp>
        <p:sp>
          <p:nvSpPr>
            <p:cNvPr id="94" name="Rectangle 94"/>
            <p:cNvSpPr/>
            <p:nvPr/>
          </p:nvSpPr>
          <p:spPr>
            <a:xfrm>
              <a:off x="8515350" y="5334000"/>
              <a:ext cx="1485900" cy="533400"/>
            </a:xfrm>
            <a:prstGeom prst="roundRect">
              <a:avLst>
                <a:gd name="adj" fmla="val 10714"/>
              </a:avLst>
            </a:prstGeom>
            <a:solidFill>
              <a:srgbClr val="D8DCE3"/>
            </a:solidFill>
            <a:ln>
              <a:noFill/>
            </a:ln>
          </p:spPr>
        </p:sp>
        <p:sp>
          <p:nvSpPr>
            <p:cNvPr id="95" name="Rectangle 95"/>
            <p:cNvSpPr/>
            <p:nvPr/>
          </p:nvSpPr>
          <p:spPr>
            <a:xfrm>
              <a:off x="10096500" y="5334000"/>
              <a:ext cx="1485900" cy="533400"/>
            </a:xfrm>
            <a:prstGeom prst="roundRect">
              <a:avLst>
                <a:gd name="adj" fmla="val 10714"/>
              </a:avLst>
            </a:prstGeom>
            <a:solidFill>
              <a:srgbClr val="A8872E"/>
            </a:solidFill>
            <a:ln>
              <a:noFill/>
            </a:ln>
          </p:spPr>
        </p:sp>
        <p:grpSp>
          <p:nvGrpSpPr>
            <p:cNvPr id="103" name="Group 103"/>
            <p:cNvGrpSpPr/>
            <p:nvPr/>
          </p:nvGrpSpPr>
          <p:grpSpPr>
            <a:xfrm>
              <a:off x="1101090" y="5482590"/>
              <a:ext cx="9989820" cy="352044"/>
              <a:chOff x="1101090" y="5482590"/>
              <a:chExt cx="9989820" cy="352044"/>
            </a:xfrm>
          </p:grpSpPr>
          <p:sp>
            <p:nvSpPr>
              <p:cNvPr id="96" name="TextBox 96"/>
              <p:cNvSpPr txBox="1"/>
              <p:nvPr/>
            </p:nvSpPr>
            <p:spPr>
              <a:xfrm>
                <a:off x="1101090" y="5482590"/>
                <a:ext cx="50292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魔法</a:t>
                </a:r>
              </a:p>
            </p:txBody>
          </p:sp>
          <p:sp>
            <p:nvSpPr>
              <p:cNvPr id="97" name="TextBox 97"/>
              <p:cNvSpPr txBox="1"/>
              <p:nvPr/>
            </p:nvSpPr>
            <p:spPr>
              <a:xfrm>
                <a:off x="2682240" y="5482590"/>
                <a:ext cx="50292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rgbClr val="1A1A22"/>
                    </a:solidFill>
                    <a:latin typeface="+mn-lt"/>
                    <a:ea typeface="+mn-ea"/>
                    <a:cs typeface="+mn-cs"/>
                  </a:rPr>
                  <a:t>时间</a:t>
                </a:r>
              </a:p>
            </p:txBody>
          </p:sp>
          <p:sp>
            <p:nvSpPr>
              <p:cNvPr id="98" name="TextBox 98"/>
              <p:cNvSpPr txBox="1"/>
              <p:nvPr/>
            </p:nvSpPr>
            <p:spPr>
              <a:xfrm>
                <a:off x="4263390" y="5482590"/>
                <a:ext cx="50292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空间</a:t>
                </a:r>
              </a:p>
            </p:txBody>
          </p:sp>
          <p:sp>
            <p:nvSpPr>
              <p:cNvPr id="99" name="TextBox 99"/>
              <p:cNvSpPr txBox="1"/>
              <p:nvPr/>
            </p:nvSpPr>
            <p:spPr>
              <a:xfrm>
                <a:off x="5844540" y="5482590"/>
                <a:ext cx="50292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以太</a:t>
                </a:r>
              </a:p>
            </p:txBody>
          </p:sp>
          <p:sp>
            <p:nvSpPr>
              <p:cNvPr id="100" name="TextBox 100"/>
              <p:cNvSpPr txBox="1"/>
              <p:nvPr/>
            </p:nvSpPr>
            <p:spPr>
              <a:xfrm>
                <a:off x="7425690" y="5482590"/>
                <a:ext cx="50292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生命</a:t>
                </a:r>
              </a:p>
            </p:txBody>
          </p:sp>
          <p:sp>
            <p:nvSpPr>
              <p:cNvPr id="101" name="TextBox 101"/>
              <p:cNvSpPr txBox="1"/>
              <p:nvPr/>
            </p:nvSpPr>
            <p:spPr>
              <a:xfrm>
                <a:off x="9006840" y="5482590"/>
                <a:ext cx="50292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rgbClr val="1A1A22"/>
                    </a:solidFill>
                    <a:latin typeface="+mn-lt"/>
                    <a:ea typeface="+mn-ea"/>
                    <a:cs typeface="+mn-cs"/>
                  </a:rPr>
                  <a:t>真我</a:t>
                </a:r>
              </a:p>
            </p:txBody>
          </p:sp>
          <p:sp>
            <p:nvSpPr>
              <p:cNvPr id="102" name="TextBox 102"/>
              <p:cNvSpPr txBox="1"/>
              <p:nvPr/>
            </p:nvSpPr>
            <p:spPr>
              <a:xfrm>
                <a:off x="10587990" y="5482590"/>
                <a:ext cx="50292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终末</a:t>
                </a:r>
              </a:p>
            </p:txBody>
          </p:sp>
        </p:grpSp>
        <p:grpSp>
          <p:nvGrpSpPr>
            <p:cNvPr id="111" name="Group 111"/>
            <p:cNvGrpSpPr/>
            <p:nvPr/>
          </p:nvGrpSpPr>
          <p:grpSpPr>
            <a:xfrm>
              <a:off x="1184910" y="6004560"/>
              <a:ext cx="9822180" cy="234696"/>
              <a:chOff x="1184910" y="6004560"/>
              <a:chExt cx="9822180" cy="234696"/>
            </a:xfrm>
          </p:grpSpPr>
          <p:sp>
            <p:nvSpPr>
              <p:cNvPr id="104" name="TextBox 104"/>
              <p:cNvSpPr txBox="1"/>
              <p:nvPr/>
            </p:nvSpPr>
            <p:spPr>
              <a:xfrm>
                <a:off x="1184910" y="6004560"/>
                <a:ext cx="33528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朱砂</a:t>
                </a:r>
              </a:p>
            </p:txBody>
          </p:sp>
          <p:sp>
            <p:nvSpPr>
              <p:cNvPr id="105" name="TextBox 105"/>
              <p:cNvSpPr txBox="1"/>
              <p:nvPr/>
            </p:nvSpPr>
            <p:spPr>
              <a:xfrm>
                <a:off x="2766060" y="6004560"/>
                <a:ext cx="33528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旧铜</a:t>
                </a:r>
              </a:p>
            </p:txBody>
          </p:sp>
          <p:sp>
            <p:nvSpPr>
              <p:cNvPr id="106" name="TextBox 106"/>
              <p:cNvSpPr txBox="1"/>
              <p:nvPr/>
            </p:nvSpPr>
            <p:spPr>
              <a:xfrm>
                <a:off x="4347210" y="6004560"/>
                <a:ext cx="33528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群青</a:t>
                </a:r>
              </a:p>
            </p:txBody>
          </p:sp>
          <p:sp>
            <p:nvSpPr>
              <p:cNvPr id="107" name="TextBox 107"/>
              <p:cNvSpPr txBox="1"/>
              <p:nvPr/>
            </p:nvSpPr>
            <p:spPr>
              <a:xfrm>
                <a:off x="5928360" y="6004560"/>
                <a:ext cx="33528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紫灰</a:t>
                </a:r>
              </a:p>
            </p:txBody>
          </p:sp>
          <p:sp>
            <p:nvSpPr>
              <p:cNvPr id="108" name="TextBox 108"/>
              <p:cNvSpPr txBox="1"/>
              <p:nvPr/>
            </p:nvSpPr>
            <p:spPr>
              <a:xfrm>
                <a:off x="7509510" y="6004560"/>
                <a:ext cx="33528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苔绿</a:t>
                </a:r>
              </a:p>
            </p:txBody>
          </p:sp>
          <p:sp>
            <p:nvSpPr>
              <p:cNvPr id="109" name="TextBox 109"/>
              <p:cNvSpPr txBox="1"/>
              <p:nvPr/>
            </p:nvSpPr>
            <p:spPr>
              <a:xfrm>
                <a:off x="9090660" y="6004560"/>
                <a:ext cx="33528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银白</a:t>
                </a:r>
              </a:p>
            </p:txBody>
          </p:sp>
          <p:sp>
            <p:nvSpPr>
              <p:cNvPr id="110" name="TextBox 110"/>
              <p:cNvSpPr txBox="1"/>
              <p:nvPr/>
            </p:nvSpPr>
            <p:spPr>
              <a:xfrm>
                <a:off x="10671810" y="6004560"/>
                <a:ext cx="33528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暗金</a:t>
                </a:r>
              </a:p>
            </p:txBody>
          </p:sp>
        </p:grpSp>
      </p:grpSp>
      <p:sp>
        <p:nvSpPr>
          <p:cNvPr id="113" name="TextBox 113"/>
          <p:cNvSpPr txBox="1"/>
          <p:nvPr/>
        </p:nvSpPr>
        <p:spPr>
          <a:xfrm>
            <a:off x="11035132" y="6385560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11 / 14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lt1"/>
            </a:gs>
            <a:gs pos="78000">
              <a:srgbClr val="1A2242"/>
            </a:gs>
            <a:gs pos="100000">
              <a:srgbClr val="4A3246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usk-edge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</p:sp>
      <p:grpSp>
        <p:nvGrpSpPr>
          <p:cNvPr id="7" name="corner-ring"/>
          <p:cNvGrpSpPr/>
          <p:nvPr/>
        </p:nvGrpSpPr>
        <p:grpSpPr>
          <a:xfrm>
            <a:off x="10896600" y="495300"/>
            <a:ext cx="533400" cy="533400"/>
            <a:chOff x="10896600" y="495300"/>
            <a:chExt cx="533400" cy="533400"/>
          </a:xfrm>
        </p:grpSpPr>
        <p:sp>
          <p:nvSpPr>
            <p:cNvPr id="3" name="Ellipse 3"/>
            <p:cNvSpPr/>
            <p:nvPr/>
          </p:nvSpPr>
          <p:spPr>
            <a:xfrm>
              <a:off x="10896600" y="495300"/>
              <a:ext cx="533400" cy="5334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4" name="Freeform 4"/>
            <p:cNvSpPr/>
            <p:nvPr/>
          </p:nvSpPr>
          <p:spPr>
            <a:xfrm>
              <a:off x="10915650" y="514350"/>
              <a:ext cx="495300" cy="495300"/>
            </a:xfrm>
            <a:custGeom>
              <a:avLst/>
              <a:gdLst/>
              <a:ahLst/>
              <a:cxnLst/>
              <a:rect l="l" t="t" r="r" b="b"/>
              <a:pathLst>
                <a:path w="495300" h="495300">
                  <a:moveTo>
                    <a:pt x="247650" y="57150"/>
                  </a:moveTo>
                  <a:lnTo>
                    <a:pt x="247650" y="0"/>
                  </a:lnTo>
                  <a:moveTo>
                    <a:pt x="342900" y="82868"/>
                  </a:moveTo>
                  <a:lnTo>
                    <a:pt x="371475" y="33338"/>
                  </a:lnTo>
                  <a:moveTo>
                    <a:pt x="412432" y="152400"/>
                  </a:moveTo>
                  <a:lnTo>
                    <a:pt x="461962" y="123825"/>
                  </a:lnTo>
                  <a:moveTo>
                    <a:pt x="438150" y="247650"/>
                  </a:moveTo>
                  <a:lnTo>
                    <a:pt x="495300" y="247650"/>
                  </a:lnTo>
                  <a:moveTo>
                    <a:pt x="412432" y="342900"/>
                  </a:moveTo>
                  <a:lnTo>
                    <a:pt x="461962" y="371475"/>
                  </a:lnTo>
                  <a:moveTo>
                    <a:pt x="342900" y="412432"/>
                  </a:moveTo>
                  <a:lnTo>
                    <a:pt x="371475" y="461962"/>
                  </a:lnTo>
                  <a:moveTo>
                    <a:pt x="247650" y="438150"/>
                  </a:moveTo>
                  <a:lnTo>
                    <a:pt x="247650" y="495300"/>
                  </a:lnTo>
                  <a:moveTo>
                    <a:pt x="152400" y="412432"/>
                  </a:moveTo>
                  <a:lnTo>
                    <a:pt x="123825" y="461962"/>
                  </a:lnTo>
                  <a:moveTo>
                    <a:pt x="82868" y="342900"/>
                  </a:moveTo>
                  <a:lnTo>
                    <a:pt x="33338" y="371475"/>
                  </a:lnTo>
                  <a:moveTo>
                    <a:pt x="57150" y="247650"/>
                  </a:moveTo>
                  <a:lnTo>
                    <a:pt x="0" y="247650"/>
                  </a:lnTo>
                  <a:moveTo>
                    <a:pt x="82868" y="152400"/>
                  </a:moveTo>
                  <a:lnTo>
                    <a:pt x="33338" y="123825"/>
                  </a:lnTo>
                  <a:moveTo>
                    <a:pt x="152400" y="82868"/>
                  </a:moveTo>
                  <a:lnTo>
                    <a:pt x="123825" y="33338"/>
                  </a:lnTo>
                </a:path>
              </a:pathLst>
            </a:custGeom>
            <a:noFill/>
            <a:ln w="14288">
              <a:solidFill>
                <a:schemeClr val="accent1"/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10996612" y="723900"/>
              <a:ext cx="166688" cy="38100"/>
            </a:xfrm>
            <a:custGeom>
              <a:avLst/>
              <a:gdLst/>
              <a:ahLst/>
              <a:cxnLst/>
              <a:rect l="l" t="t" r="r" b="b"/>
              <a:pathLst>
                <a:path w="166688" h="38100">
                  <a:moveTo>
                    <a:pt x="166688" y="38100"/>
                  </a:moveTo>
                  <a:lnTo>
                    <a:pt x="0" y="0"/>
                  </a:lnTo>
                </a:path>
              </a:pathLst>
            </a:custGeom>
            <a:noFill/>
            <a:ln w="23812" cap="rnd">
              <a:solidFill>
                <a:schemeClr val="accent2"/>
              </a:solidFill>
            </a:ln>
          </p:spPr>
        </p:sp>
        <p:sp>
          <p:nvSpPr>
            <p:cNvPr id="6" name="Ellipse 6"/>
            <p:cNvSpPr/>
            <p:nvPr/>
          </p:nvSpPr>
          <p:spPr>
            <a:xfrm>
              <a:off x="11134725" y="733425"/>
              <a:ext cx="57150" cy="571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</p:grpSp>
      <p:grpSp>
        <p:nvGrpSpPr>
          <p:cNvPr id="12" name="page-title"/>
          <p:cNvGrpSpPr/>
          <p:nvPr/>
        </p:nvGrpSpPr>
        <p:grpSpPr>
          <a:xfrm>
            <a:off x="593598" y="454342"/>
            <a:ext cx="7068312" cy="1285875"/>
            <a:chOff x="593598" y="454342"/>
            <a:chExt cx="7068312" cy="1285875"/>
          </a:xfrm>
        </p:grpSpPr>
        <p:sp>
          <p:nvSpPr>
            <p:cNvPr id="8" name="Rectangle 8"/>
            <p:cNvSpPr/>
            <p:nvPr/>
          </p:nvSpPr>
          <p:spPr>
            <a:xfrm>
              <a:off x="609600" y="514350"/>
              <a:ext cx="76200" cy="7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74192" y="454342"/>
              <a:ext cx="11151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spc="1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05 原型计划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93598" y="783908"/>
              <a:ext cx="540867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原型计划：先完成失刻星台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98170" y="1300162"/>
              <a:ext cx="706374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用一章完整内容验证核心循环，再向其余区域扩展</a:t>
              </a:r>
            </a:p>
          </p:txBody>
        </p:sp>
      </p:grpSp>
      <p:grpSp>
        <p:nvGrpSpPr>
          <p:cNvPr id="50" name="scope-grid"/>
          <p:cNvGrpSpPr/>
          <p:nvPr/>
        </p:nvGrpSpPr>
        <p:grpSpPr>
          <a:xfrm>
            <a:off x="602742" y="1892618"/>
            <a:ext cx="6864858" cy="2869882"/>
            <a:chOff x="602742" y="1892618"/>
            <a:chExt cx="6864858" cy="2869882"/>
          </a:xfrm>
        </p:grpSpPr>
        <p:sp>
          <p:nvSpPr>
            <p:cNvPr id="13" name="TextBox 13"/>
            <p:cNvSpPr txBox="1"/>
            <p:nvPr/>
          </p:nvSpPr>
          <p:spPr>
            <a:xfrm>
              <a:off x="602742" y="1892618"/>
              <a:ext cx="80124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spc="1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原型范围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609600" y="2171700"/>
              <a:ext cx="2209800" cy="1219200"/>
            </a:xfrm>
            <a:prstGeom prst="roundRect">
              <a:avLst>
                <a:gd name="adj" fmla="val 7812"/>
              </a:avLst>
            </a:prstGeom>
            <a:solidFill>
              <a:schemeClr val="accent5"/>
            </a:solidFill>
            <a:ln w="14288">
              <a:solidFill>
                <a:srgbClr val="3B4670"/>
              </a:solidFill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828675" y="2380982"/>
              <a:ext cx="247651" cy="228868"/>
              <a:chOff x="828675" y="2380982"/>
              <a:chExt cx="247651" cy="228868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914400" y="2390775"/>
                <a:ext cx="76200" cy="20955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209550">
                    <a:moveTo>
                      <a:pt x="76200" y="38100"/>
                    </a:moveTo>
                    <a:lnTo>
                      <a:pt x="76200" y="209550"/>
                    </a:lnTo>
                    <a:lnTo>
                      <a:pt x="0" y="17145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>
                  <a:alpha val="20000"/>
                </a:schemeClr>
              </a:solidFill>
              <a:ln>
                <a:noFill/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828675" y="2380982"/>
                <a:ext cx="247651" cy="228868"/>
              </a:xfrm>
              <a:custGeom>
                <a:avLst/>
                <a:gdLst/>
                <a:ahLst/>
                <a:cxnLst/>
                <a:rect l="l" t="t" r="r" b="b"/>
                <a:pathLst>
                  <a:path w="247651" h="228868">
                    <a:moveTo>
                      <a:pt x="243983" y="21331"/>
                    </a:moveTo>
                    <a:cubicBezTo>
                      <a:pt x="241671" y="19529"/>
                      <a:pt x="238658" y="18892"/>
                      <a:pt x="235815" y="19604"/>
                    </a:cubicBezTo>
                    <a:lnTo>
                      <a:pt x="163032" y="37797"/>
                    </a:lnTo>
                    <a:lnTo>
                      <a:pt x="89987" y="1269"/>
                    </a:lnTo>
                    <a:cubicBezTo>
                      <a:pt x="87952" y="253"/>
                      <a:pt x="85621" y="0"/>
                      <a:pt x="83415" y="554"/>
                    </a:cubicBezTo>
                    <a:lnTo>
                      <a:pt x="7215" y="19604"/>
                    </a:lnTo>
                    <a:cubicBezTo>
                      <a:pt x="2975" y="20664"/>
                      <a:pt x="1" y="24473"/>
                      <a:pt x="0" y="28843"/>
                    </a:cubicBezTo>
                    <a:lnTo>
                      <a:pt x="0" y="200293"/>
                    </a:lnTo>
                    <a:cubicBezTo>
                      <a:pt x="0" y="203226"/>
                      <a:pt x="1352" y="205995"/>
                      <a:pt x="3664" y="207800"/>
                    </a:cubicBezTo>
                    <a:cubicBezTo>
                      <a:pt x="5975" y="209605"/>
                      <a:pt x="8990" y="210244"/>
                      <a:pt x="11835" y="209533"/>
                    </a:cubicBezTo>
                    <a:lnTo>
                      <a:pt x="84618" y="191340"/>
                    </a:lnTo>
                    <a:lnTo>
                      <a:pt x="157663" y="227868"/>
                    </a:lnTo>
                    <a:cubicBezTo>
                      <a:pt x="158989" y="228522"/>
                      <a:pt x="160447" y="228864"/>
                      <a:pt x="161925" y="228868"/>
                    </a:cubicBezTo>
                    <a:cubicBezTo>
                      <a:pt x="162704" y="228868"/>
                      <a:pt x="163479" y="228772"/>
                      <a:pt x="164235" y="228583"/>
                    </a:cubicBezTo>
                    <a:lnTo>
                      <a:pt x="240435" y="209533"/>
                    </a:lnTo>
                    <a:cubicBezTo>
                      <a:pt x="244675" y="208473"/>
                      <a:pt x="247649" y="204664"/>
                      <a:pt x="247650" y="200293"/>
                    </a:cubicBezTo>
                    <a:lnTo>
                      <a:pt x="247650" y="28843"/>
                    </a:lnTo>
                    <a:cubicBezTo>
                      <a:pt x="247651" y="25908"/>
                      <a:pt x="246298" y="23136"/>
                      <a:pt x="243983" y="21331"/>
                    </a:cubicBezTo>
                    <a:close/>
                    <a:moveTo>
                      <a:pt x="95250" y="25200"/>
                    </a:moveTo>
                    <a:lnTo>
                      <a:pt x="152400" y="53775"/>
                    </a:lnTo>
                    <a:lnTo>
                      <a:pt x="152400" y="203937"/>
                    </a:lnTo>
                    <a:lnTo>
                      <a:pt x="95250" y="175362"/>
                    </a:lnTo>
                    <a:close/>
                    <a:moveTo>
                      <a:pt x="19050" y="36285"/>
                    </a:moveTo>
                    <a:lnTo>
                      <a:pt x="76200" y="21997"/>
                    </a:lnTo>
                    <a:lnTo>
                      <a:pt x="76200" y="173802"/>
                    </a:lnTo>
                    <a:lnTo>
                      <a:pt x="19050" y="188089"/>
                    </a:lnTo>
                    <a:close/>
                    <a:moveTo>
                      <a:pt x="228600" y="192852"/>
                    </a:moveTo>
                    <a:lnTo>
                      <a:pt x="171450" y="207139"/>
                    </a:lnTo>
                    <a:lnTo>
                      <a:pt x="171450" y="55335"/>
                    </a:lnTo>
                    <a:lnTo>
                      <a:pt x="228600" y="41047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790956" y="2777490"/>
              <a:ext cx="119352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8 节点地图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94004" y="310896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一次完整远征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2933700" y="2171700"/>
              <a:ext cx="2209800" cy="1219200"/>
            </a:xfrm>
            <a:prstGeom prst="roundRect">
              <a:avLst>
                <a:gd name="adj" fmla="val 7812"/>
              </a:avLst>
            </a:prstGeom>
            <a:solidFill>
              <a:schemeClr val="accent5"/>
            </a:solidFill>
            <a:ln w="14288">
              <a:solidFill>
                <a:srgbClr val="3B4670"/>
              </a:solidFill>
            </a:ln>
          </p:spPr>
        </p:sp>
        <p:grpSp>
          <p:nvGrpSpPr>
            <p:cNvPr id="23" name="Group 23"/>
            <p:cNvGrpSpPr/>
            <p:nvPr/>
          </p:nvGrpSpPr>
          <p:grpSpPr>
            <a:xfrm>
              <a:off x="3152775" y="2390775"/>
              <a:ext cx="247650" cy="209550"/>
              <a:chOff x="3152775" y="2390775"/>
              <a:chExt cx="247650" cy="209550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3162300" y="2438400"/>
                <a:ext cx="1905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52400">
                    <a:moveTo>
                      <a:pt x="190500" y="9525"/>
                    </a:moveTo>
                    <a:lnTo>
                      <a:pt x="190500" y="142875"/>
                    </a:lnTo>
                    <a:cubicBezTo>
                      <a:pt x="190500" y="148136"/>
                      <a:pt x="186236" y="152400"/>
                      <a:pt x="180975" y="152400"/>
                    </a:cubicBezTo>
                    <a:lnTo>
                      <a:pt x="9525" y="152400"/>
                    </a:lnTo>
                    <a:cubicBezTo>
                      <a:pt x="4264" y="152400"/>
                      <a:pt x="0" y="148136"/>
                      <a:pt x="0" y="142875"/>
                    </a:cubicBezTo>
                    <a:lnTo>
                      <a:pt x="0" y="9525"/>
                    </a:lnTo>
                    <a:cubicBezTo>
                      <a:pt x="0" y="4264"/>
                      <a:pt x="4264" y="0"/>
                      <a:pt x="9525" y="0"/>
                    </a:cubicBezTo>
                    <a:lnTo>
                      <a:pt x="180975" y="0"/>
                    </a:lnTo>
                    <a:cubicBezTo>
                      <a:pt x="186236" y="0"/>
                      <a:pt x="190500" y="4264"/>
                      <a:pt x="190500" y="9525"/>
                    </a:cubicBezTo>
                    <a:close/>
                  </a:path>
                </a:pathLst>
              </a:custGeom>
              <a:solidFill>
                <a:schemeClr val="accent1">
                  <a:alpha val="20000"/>
                </a:schemeClr>
              </a:solidFill>
              <a:ln>
                <a:noFill/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3152775" y="2390775"/>
                <a:ext cx="247650" cy="209550"/>
              </a:xfrm>
              <a:custGeom>
                <a:avLst/>
                <a:gdLst/>
                <a:ahLst/>
                <a:cxnLst/>
                <a:rect l="l" t="t" r="r" b="b"/>
                <a:pathLst>
                  <a:path w="247650" h="209550">
                    <a:moveTo>
                      <a:pt x="190500" y="38100"/>
                    </a:moveTo>
                    <a:lnTo>
                      <a:pt x="19050" y="38100"/>
                    </a:lnTo>
                    <a:cubicBezTo>
                      <a:pt x="8529" y="38100"/>
                      <a:pt x="0" y="46629"/>
                      <a:pt x="0" y="57150"/>
                    </a:cubicBezTo>
                    <a:lnTo>
                      <a:pt x="0" y="190500"/>
                    </a:lnTo>
                    <a:cubicBezTo>
                      <a:pt x="0" y="201021"/>
                      <a:pt x="8529" y="209550"/>
                      <a:pt x="19050" y="209550"/>
                    </a:cubicBezTo>
                    <a:lnTo>
                      <a:pt x="190500" y="209550"/>
                    </a:lnTo>
                    <a:cubicBezTo>
                      <a:pt x="201021" y="209550"/>
                      <a:pt x="209550" y="201021"/>
                      <a:pt x="209550" y="190500"/>
                    </a:cubicBezTo>
                    <a:lnTo>
                      <a:pt x="209550" y="57150"/>
                    </a:lnTo>
                    <a:cubicBezTo>
                      <a:pt x="209550" y="46629"/>
                      <a:pt x="201021" y="38100"/>
                      <a:pt x="190500" y="38100"/>
                    </a:cubicBezTo>
                    <a:close/>
                    <a:moveTo>
                      <a:pt x="190500" y="190500"/>
                    </a:moveTo>
                    <a:lnTo>
                      <a:pt x="19050" y="190500"/>
                    </a:lnTo>
                    <a:lnTo>
                      <a:pt x="19050" y="57150"/>
                    </a:lnTo>
                    <a:lnTo>
                      <a:pt x="190500" y="57150"/>
                    </a:lnTo>
                    <a:lnTo>
                      <a:pt x="190500" y="190500"/>
                    </a:lnTo>
                    <a:close/>
                    <a:moveTo>
                      <a:pt x="247650" y="19050"/>
                    </a:moveTo>
                    <a:lnTo>
                      <a:pt x="247650" y="161925"/>
                    </a:lnTo>
                    <a:cubicBezTo>
                      <a:pt x="247650" y="167186"/>
                      <a:pt x="243386" y="171450"/>
                      <a:pt x="238125" y="171450"/>
                    </a:cubicBezTo>
                    <a:cubicBezTo>
                      <a:pt x="232864" y="171450"/>
                      <a:pt x="228600" y="167186"/>
                      <a:pt x="228600" y="161925"/>
                    </a:cubicBezTo>
                    <a:lnTo>
                      <a:pt x="228600" y="19050"/>
                    </a:lnTo>
                    <a:lnTo>
                      <a:pt x="47625" y="19050"/>
                    </a:lnTo>
                    <a:cubicBezTo>
                      <a:pt x="42364" y="19050"/>
                      <a:pt x="38100" y="14786"/>
                      <a:pt x="38100" y="9525"/>
                    </a:cubicBezTo>
                    <a:cubicBezTo>
                      <a:pt x="38100" y="4264"/>
                      <a:pt x="42364" y="0"/>
                      <a:pt x="47625" y="0"/>
                    </a:cubicBezTo>
                    <a:lnTo>
                      <a:pt x="228600" y="0"/>
                    </a:lnTo>
                    <a:cubicBezTo>
                      <a:pt x="239121" y="0"/>
                      <a:pt x="247650" y="8529"/>
                      <a:pt x="247650" y="1905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</p:grpSp>
        <p:sp>
          <p:nvSpPr>
            <p:cNvPr id="24" name="TextBox 24"/>
            <p:cNvSpPr txBox="1"/>
            <p:nvPr/>
          </p:nvSpPr>
          <p:spPr>
            <a:xfrm>
              <a:off x="3115056" y="2777490"/>
              <a:ext cx="136314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4 + 8 张卡牌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118104" y="3108960"/>
              <a:ext cx="14418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初始牌 4 · 奖励牌 8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257800" y="2171700"/>
              <a:ext cx="2209800" cy="1219200"/>
            </a:xfrm>
            <a:prstGeom prst="roundRect">
              <a:avLst>
                <a:gd name="adj" fmla="val 7812"/>
              </a:avLst>
            </a:prstGeom>
            <a:solidFill>
              <a:schemeClr val="accent5"/>
            </a:solidFill>
            <a:ln w="14288">
              <a:solidFill>
                <a:srgbClr val="3B4670"/>
              </a:solidFill>
            </a:ln>
          </p:spPr>
        </p:sp>
        <p:grpSp>
          <p:nvGrpSpPr>
            <p:cNvPr id="29" name="Group 29"/>
            <p:cNvGrpSpPr/>
            <p:nvPr/>
          </p:nvGrpSpPr>
          <p:grpSpPr>
            <a:xfrm>
              <a:off x="5486399" y="2371725"/>
              <a:ext cx="228602" cy="238840"/>
              <a:chOff x="5486399" y="2371725"/>
              <a:chExt cx="228602" cy="238840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5495925" y="2381250"/>
                <a:ext cx="209550" cy="219075"/>
              </a:xfrm>
              <a:custGeom>
                <a:avLst/>
                <a:gdLst/>
                <a:ahLst/>
                <a:cxnLst/>
                <a:rect l="l" t="t" r="r" b="b"/>
                <a:pathLst>
                  <a:path w="209550" h="219075">
                    <a:moveTo>
                      <a:pt x="209550" y="104775"/>
                    </a:moveTo>
                    <a:lnTo>
                      <a:pt x="209550" y="219075"/>
                    </a:lnTo>
                    <a:lnTo>
                      <a:pt x="174629" y="190500"/>
                    </a:lnTo>
                    <a:lnTo>
                      <a:pt x="139696" y="219075"/>
                    </a:lnTo>
                    <a:lnTo>
                      <a:pt x="104775" y="190500"/>
                    </a:lnTo>
                    <a:lnTo>
                      <a:pt x="69854" y="219075"/>
                    </a:lnTo>
                    <a:lnTo>
                      <a:pt x="34921" y="190500"/>
                    </a:lnTo>
                    <a:lnTo>
                      <a:pt x="0" y="219075"/>
                    </a:lnTo>
                    <a:lnTo>
                      <a:pt x="0" y="104775"/>
                    </a:lnTo>
                    <a:cubicBezTo>
                      <a:pt x="0" y="46909"/>
                      <a:pt x="46909" y="0"/>
                      <a:pt x="104775" y="0"/>
                    </a:cubicBezTo>
                    <a:cubicBezTo>
                      <a:pt x="162641" y="0"/>
                      <a:pt x="209550" y="46909"/>
                      <a:pt x="209550" y="104775"/>
                    </a:cubicBezTo>
                    <a:close/>
                  </a:path>
                </a:pathLst>
              </a:custGeom>
              <a:solidFill>
                <a:srgbClr val="8E86A8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5486399" y="2371725"/>
                <a:ext cx="228602" cy="238840"/>
              </a:xfrm>
              <a:custGeom>
                <a:avLst/>
                <a:gdLst/>
                <a:ahLst/>
                <a:cxnLst/>
                <a:rect l="l" t="t" r="r" b="b"/>
                <a:pathLst>
                  <a:path w="228602" h="238840">
                    <a:moveTo>
                      <a:pt x="95251" y="109538"/>
                    </a:moveTo>
                    <a:cubicBezTo>
                      <a:pt x="95251" y="117428"/>
                      <a:pt x="88854" y="123825"/>
                      <a:pt x="80963" y="123825"/>
                    </a:cubicBezTo>
                    <a:cubicBezTo>
                      <a:pt x="73073" y="123825"/>
                      <a:pt x="66676" y="117428"/>
                      <a:pt x="66676" y="109538"/>
                    </a:cubicBezTo>
                    <a:cubicBezTo>
                      <a:pt x="66676" y="101647"/>
                      <a:pt x="73073" y="95250"/>
                      <a:pt x="80963" y="95250"/>
                    </a:cubicBezTo>
                    <a:cubicBezTo>
                      <a:pt x="88854" y="95250"/>
                      <a:pt x="95251" y="101647"/>
                      <a:pt x="95251" y="109538"/>
                    </a:cubicBezTo>
                    <a:close/>
                    <a:moveTo>
                      <a:pt x="147638" y="95250"/>
                    </a:moveTo>
                    <a:cubicBezTo>
                      <a:pt x="139748" y="95250"/>
                      <a:pt x="133351" y="101647"/>
                      <a:pt x="133351" y="109538"/>
                    </a:cubicBezTo>
                    <a:cubicBezTo>
                      <a:pt x="133351" y="117428"/>
                      <a:pt x="139748" y="123825"/>
                      <a:pt x="147638" y="123825"/>
                    </a:cubicBezTo>
                    <a:cubicBezTo>
                      <a:pt x="155529" y="123825"/>
                      <a:pt x="161926" y="117428"/>
                      <a:pt x="161926" y="109538"/>
                    </a:cubicBezTo>
                    <a:cubicBezTo>
                      <a:pt x="161926" y="101647"/>
                      <a:pt x="155529" y="95250"/>
                      <a:pt x="147638" y="95250"/>
                    </a:cubicBezTo>
                    <a:close/>
                    <a:moveTo>
                      <a:pt x="228601" y="114300"/>
                    </a:moveTo>
                    <a:lnTo>
                      <a:pt x="228601" y="228600"/>
                    </a:lnTo>
                    <a:cubicBezTo>
                      <a:pt x="228602" y="232282"/>
                      <a:pt x="226480" y="235634"/>
                      <a:pt x="223153" y="237210"/>
                    </a:cubicBezTo>
                    <a:cubicBezTo>
                      <a:pt x="219825" y="238786"/>
                      <a:pt x="215887" y="238303"/>
                      <a:pt x="213039" y="235970"/>
                    </a:cubicBezTo>
                    <a:lnTo>
                      <a:pt x="184155" y="212336"/>
                    </a:lnTo>
                    <a:lnTo>
                      <a:pt x="155258" y="235970"/>
                    </a:lnTo>
                    <a:cubicBezTo>
                      <a:pt x="151750" y="238840"/>
                      <a:pt x="146706" y="238840"/>
                      <a:pt x="143197" y="235970"/>
                    </a:cubicBezTo>
                    <a:lnTo>
                      <a:pt x="114301" y="212336"/>
                    </a:lnTo>
                    <a:lnTo>
                      <a:pt x="85404" y="235970"/>
                    </a:lnTo>
                    <a:cubicBezTo>
                      <a:pt x="81896" y="238840"/>
                      <a:pt x="76852" y="238840"/>
                      <a:pt x="73343" y="235970"/>
                    </a:cubicBezTo>
                    <a:lnTo>
                      <a:pt x="44447" y="212336"/>
                    </a:lnTo>
                    <a:lnTo>
                      <a:pt x="15562" y="235970"/>
                    </a:lnTo>
                    <a:cubicBezTo>
                      <a:pt x="12714" y="238303"/>
                      <a:pt x="8776" y="238786"/>
                      <a:pt x="5449" y="237210"/>
                    </a:cubicBezTo>
                    <a:cubicBezTo>
                      <a:pt x="2121" y="235634"/>
                      <a:pt x="0" y="232282"/>
                      <a:pt x="1" y="228600"/>
                    </a:cubicBezTo>
                    <a:lnTo>
                      <a:pt x="1" y="114300"/>
                    </a:lnTo>
                    <a:cubicBezTo>
                      <a:pt x="1" y="51174"/>
                      <a:pt x="51175" y="0"/>
                      <a:pt x="114301" y="0"/>
                    </a:cubicBezTo>
                    <a:cubicBezTo>
                      <a:pt x="177427" y="0"/>
                      <a:pt x="228601" y="51174"/>
                      <a:pt x="228601" y="114300"/>
                    </a:cubicBezTo>
                    <a:close/>
                    <a:moveTo>
                      <a:pt x="209551" y="114300"/>
                    </a:moveTo>
                    <a:cubicBezTo>
                      <a:pt x="209551" y="61695"/>
                      <a:pt x="166906" y="19050"/>
                      <a:pt x="114301" y="19050"/>
                    </a:cubicBezTo>
                    <a:cubicBezTo>
                      <a:pt x="61696" y="19050"/>
                      <a:pt x="19051" y="61695"/>
                      <a:pt x="19051" y="114300"/>
                    </a:cubicBezTo>
                    <a:lnTo>
                      <a:pt x="19051" y="208502"/>
                    </a:lnTo>
                    <a:lnTo>
                      <a:pt x="38422" y="192655"/>
                    </a:lnTo>
                    <a:cubicBezTo>
                      <a:pt x="41931" y="189785"/>
                      <a:pt x="46975" y="189785"/>
                      <a:pt x="50483" y="192655"/>
                    </a:cubicBezTo>
                    <a:lnTo>
                      <a:pt x="79380" y="216289"/>
                    </a:lnTo>
                    <a:lnTo>
                      <a:pt x="108264" y="192655"/>
                    </a:lnTo>
                    <a:cubicBezTo>
                      <a:pt x="111775" y="189779"/>
                      <a:pt x="116827" y="189779"/>
                      <a:pt x="120337" y="192655"/>
                    </a:cubicBezTo>
                    <a:lnTo>
                      <a:pt x="149222" y="216289"/>
                    </a:lnTo>
                    <a:lnTo>
                      <a:pt x="178118" y="192655"/>
                    </a:lnTo>
                    <a:cubicBezTo>
                      <a:pt x="181627" y="189785"/>
                      <a:pt x="186671" y="189785"/>
                      <a:pt x="190179" y="192655"/>
                    </a:cubicBezTo>
                    <a:lnTo>
                      <a:pt x="209551" y="208502"/>
                    </a:lnTo>
                    <a:close/>
                  </a:path>
                </a:pathLst>
              </a:custGeom>
              <a:solidFill>
                <a:srgbClr val="8E86A8"/>
              </a:solidFill>
              <a:ln>
                <a:noFill/>
              </a:ln>
            </p:spPr>
          </p:sp>
        </p:grpSp>
        <p:sp>
          <p:nvSpPr>
            <p:cNvPr id="30" name="TextBox 30"/>
            <p:cNvSpPr txBox="1"/>
            <p:nvPr/>
          </p:nvSpPr>
          <p:spPr>
            <a:xfrm>
              <a:off x="5439156" y="2777490"/>
              <a:ext cx="192046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3 种幽影 + 1 精英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442204" y="3108960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普通敌人与可选精英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609600" y="3543300"/>
              <a:ext cx="2209800" cy="1219200"/>
            </a:xfrm>
            <a:prstGeom prst="roundRect">
              <a:avLst>
                <a:gd name="adj" fmla="val 7812"/>
              </a:avLst>
            </a:prstGeom>
            <a:solidFill>
              <a:schemeClr val="accent5"/>
            </a:solidFill>
            <a:ln w="14288">
              <a:solidFill>
                <a:srgbClr val="3B4670"/>
              </a:solidFill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807761" y="3743298"/>
              <a:ext cx="287626" cy="219102"/>
              <a:chOff x="807761" y="3743298"/>
              <a:chExt cx="287626" cy="219102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846880" y="3798510"/>
                <a:ext cx="211241" cy="154365"/>
              </a:xfrm>
              <a:custGeom>
                <a:avLst/>
                <a:gdLst/>
                <a:ahLst/>
                <a:cxnLst/>
                <a:rect l="l" t="t" r="r" b="b"/>
                <a:pathLst>
                  <a:path w="211241" h="154365">
                    <a:moveTo>
                      <a:pt x="211241" y="34981"/>
                    </a:moveTo>
                    <a:lnTo>
                      <a:pt x="192667" y="146411"/>
                    </a:lnTo>
                    <a:cubicBezTo>
                      <a:pt x="191899" y="151001"/>
                      <a:pt x="187927" y="154364"/>
                      <a:pt x="183273" y="154365"/>
                    </a:cubicBezTo>
                    <a:lnTo>
                      <a:pt x="27968" y="154365"/>
                    </a:lnTo>
                    <a:cubicBezTo>
                      <a:pt x="23314" y="154364"/>
                      <a:pt x="19342" y="151001"/>
                      <a:pt x="18574" y="146411"/>
                    </a:cubicBezTo>
                    <a:lnTo>
                      <a:pt x="0" y="34981"/>
                    </a:lnTo>
                    <a:lnTo>
                      <a:pt x="95" y="34981"/>
                    </a:lnTo>
                    <a:cubicBezTo>
                      <a:pt x="4121" y="34307"/>
                      <a:pt x="7904" y="32600"/>
                      <a:pt x="11073" y="30028"/>
                    </a:cubicBezTo>
                    <a:lnTo>
                      <a:pt x="11073" y="30028"/>
                    </a:lnTo>
                    <a:lnTo>
                      <a:pt x="57995" y="87690"/>
                    </a:lnTo>
                    <a:lnTo>
                      <a:pt x="96095" y="0"/>
                    </a:lnTo>
                    <a:lnTo>
                      <a:pt x="96095" y="0"/>
                    </a:lnTo>
                    <a:cubicBezTo>
                      <a:pt x="102141" y="2623"/>
                      <a:pt x="109004" y="2623"/>
                      <a:pt x="115050" y="0"/>
                    </a:cubicBezTo>
                    <a:lnTo>
                      <a:pt x="115050" y="0"/>
                    </a:lnTo>
                    <a:lnTo>
                      <a:pt x="153245" y="87690"/>
                    </a:lnTo>
                    <a:lnTo>
                      <a:pt x="200144" y="29968"/>
                    </a:lnTo>
                    <a:lnTo>
                      <a:pt x="200144" y="29968"/>
                    </a:lnTo>
                    <a:cubicBezTo>
                      <a:pt x="203313" y="32541"/>
                      <a:pt x="207096" y="34247"/>
                      <a:pt x="211122" y="34921"/>
                    </a:cubicBezTo>
                    <a:close/>
                  </a:path>
                </a:pathLst>
              </a:custGeom>
              <a:solidFill>
                <a:schemeClr val="accent3">
                  <a:alpha val="20000"/>
                </a:schemeClr>
              </a:solidFill>
              <a:ln>
                <a:noFill/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807761" y="3743298"/>
                <a:ext cx="287626" cy="219102"/>
              </a:xfrm>
              <a:custGeom>
                <a:avLst/>
                <a:gdLst/>
                <a:ahLst/>
                <a:cxnLst/>
                <a:rect l="l" t="t" r="r" b="b"/>
                <a:pathLst>
                  <a:path w="287626" h="219102">
                    <a:moveTo>
                      <a:pt x="287614" y="66702"/>
                    </a:moveTo>
                    <a:cubicBezTo>
                      <a:pt x="287626" y="52374"/>
                      <a:pt x="278483" y="39641"/>
                      <a:pt x="264902" y="35074"/>
                    </a:cubicBezTo>
                    <a:cubicBezTo>
                      <a:pt x="251322" y="30507"/>
                      <a:pt x="236343" y="35128"/>
                      <a:pt x="227695" y="46552"/>
                    </a:cubicBezTo>
                    <a:cubicBezTo>
                      <a:pt x="219048" y="57976"/>
                      <a:pt x="218667" y="73647"/>
                      <a:pt x="226749" y="85478"/>
                    </a:cubicBezTo>
                    <a:lnTo>
                      <a:pt x="194852" y="124768"/>
                    </a:lnTo>
                    <a:lnTo>
                      <a:pt x="166170" y="58844"/>
                    </a:lnTo>
                    <a:cubicBezTo>
                      <a:pt x="176886" y="49825"/>
                      <a:pt x="180822" y="35070"/>
                      <a:pt x="176022" y="21912"/>
                    </a:cubicBezTo>
                    <a:cubicBezTo>
                      <a:pt x="171221" y="8754"/>
                      <a:pt x="158709" y="0"/>
                      <a:pt x="144703" y="0"/>
                    </a:cubicBezTo>
                    <a:cubicBezTo>
                      <a:pt x="130697" y="0"/>
                      <a:pt x="118185" y="8754"/>
                      <a:pt x="113385" y="21912"/>
                    </a:cubicBezTo>
                    <a:cubicBezTo>
                      <a:pt x="108584" y="35070"/>
                      <a:pt x="112520" y="49825"/>
                      <a:pt x="123236" y="58844"/>
                    </a:cubicBezTo>
                    <a:lnTo>
                      <a:pt x="94625" y="124733"/>
                    </a:lnTo>
                    <a:lnTo>
                      <a:pt x="62728" y="85442"/>
                    </a:lnTo>
                    <a:cubicBezTo>
                      <a:pt x="71149" y="73105"/>
                      <a:pt x="70335" y="56672"/>
                      <a:pt x="60736" y="45228"/>
                    </a:cubicBezTo>
                    <a:cubicBezTo>
                      <a:pt x="51138" y="33783"/>
                      <a:pt x="35099" y="30119"/>
                      <a:pt x="21484" y="36261"/>
                    </a:cubicBezTo>
                    <a:cubicBezTo>
                      <a:pt x="7868" y="42403"/>
                      <a:pt x="0" y="56853"/>
                      <a:pt x="2228" y="71622"/>
                    </a:cubicBezTo>
                    <a:cubicBezTo>
                      <a:pt x="4456" y="86392"/>
                      <a:pt x="16236" y="97877"/>
                      <a:pt x="31058" y="99730"/>
                    </a:cubicBezTo>
                    <a:lnTo>
                      <a:pt x="48298" y="203183"/>
                    </a:lnTo>
                    <a:cubicBezTo>
                      <a:pt x="49829" y="212368"/>
                      <a:pt x="57775" y="219100"/>
                      <a:pt x="67086" y="219102"/>
                    </a:cubicBezTo>
                    <a:lnTo>
                      <a:pt x="222391" y="219102"/>
                    </a:lnTo>
                    <a:cubicBezTo>
                      <a:pt x="231703" y="219100"/>
                      <a:pt x="239649" y="212368"/>
                      <a:pt x="241179" y="203183"/>
                    </a:cubicBezTo>
                    <a:lnTo>
                      <a:pt x="258408" y="99777"/>
                    </a:lnTo>
                    <a:cubicBezTo>
                      <a:pt x="275090" y="97694"/>
                      <a:pt x="287611" y="83514"/>
                      <a:pt x="287614" y="66702"/>
                    </a:cubicBezTo>
                    <a:close/>
                    <a:moveTo>
                      <a:pt x="144739" y="19077"/>
                    </a:moveTo>
                    <a:cubicBezTo>
                      <a:pt x="152630" y="19077"/>
                      <a:pt x="159026" y="25473"/>
                      <a:pt x="159026" y="33364"/>
                    </a:cubicBezTo>
                    <a:cubicBezTo>
                      <a:pt x="159026" y="41255"/>
                      <a:pt x="152630" y="47652"/>
                      <a:pt x="144739" y="47652"/>
                    </a:cubicBezTo>
                    <a:cubicBezTo>
                      <a:pt x="136848" y="47652"/>
                      <a:pt x="130451" y="41255"/>
                      <a:pt x="130451" y="33364"/>
                    </a:cubicBezTo>
                    <a:cubicBezTo>
                      <a:pt x="130451" y="25473"/>
                      <a:pt x="136848" y="19077"/>
                      <a:pt x="144739" y="19077"/>
                    </a:cubicBezTo>
                    <a:close/>
                    <a:moveTo>
                      <a:pt x="20914" y="66702"/>
                    </a:moveTo>
                    <a:cubicBezTo>
                      <a:pt x="20914" y="58811"/>
                      <a:pt x="27310" y="52414"/>
                      <a:pt x="35201" y="52414"/>
                    </a:cubicBezTo>
                    <a:cubicBezTo>
                      <a:pt x="43092" y="52414"/>
                      <a:pt x="49489" y="58811"/>
                      <a:pt x="49489" y="66702"/>
                    </a:cubicBezTo>
                    <a:cubicBezTo>
                      <a:pt x="49489" y="74592"/>
                      <a:pt x="43092" y="80989"/>
                      <a:pt x="35201" y="80989"/>
                    </a:cubicBezTo>
                    <a:cubicBezTo>
                      <a:pt x="27310" y="80989"/>
                      <a:pt x="20914" y="74592"/>
                      <a:pt x="20914" y="66702"/>
                    </a:cubicBezTo>
                    <a:close/>
                    <a:moveTo>
                      <a:pt x="222391" y="200052"/>
                    </a:moveTo>
                    <a:lnTo>
                      <a:pt x="67086" y="200052"/>
                    </a:lnTo>
                    <a:lnTo>
                      <a:pt x="50513" y="100658"/>
                    </a:lnTo>
                    <a:lnTo>
                      <a:pt x="89720" y="148855"/>
                    </a:lnTo>
                    <a:cubicBezTo>
                      <a:pt x="91518" y="151101"/>
                      <a:pt x="94236" y="152414"/>
                      <a:pt x="97114" y="152427"/>
                    </a:cubicBezTo>
                    <a:cubicBezTo>
                      <a:pt x="97544" y="152429"/>
                      <a:pt x="97973" y="152401"/>
                      <a:pt x="98400" y="152343"/>
                    </a:cubicBezTo>
                    <a:cubicBezTo>
                      <a:pt x="101700" y="151895"/>
                      <a:pt x="104526" y="149755"/>
                      <a:pt x="105853" y="146700"/>
                    </a:cubicBezTo>
                    <a:lnTo>
                      <a:pt x="140738" y="66452"/>
                    </a:lnTo>
                    <a:cubicBezTo>
                      <a:pt x="143395" y="66785"/>
                      <a:pt x="146083" y="66785"/>
                      <a:pt x="148739" y="66452"/>
                    </a:cubicBezTo>
                    <a:lnTo>
                      <a:pt x="183625" y="146700"/>
                    </a:lnTo>
                    <a:cubicBezTo>
                      <a:pt x="184951" y="149755"/>
                      <a:pt x="187778" y="151895"/>
                      <a:pt x="191078" y="152343"/>
                    </a:cubicBezTo>
                    <a:cubicBezTo>
                      <a:pt x="191504" y="152401"/>
                      <a:pt x="191934" y="152429"/>
                      <a:pt x="192364" y="152427"/>
                    </a:cubicBezTo>
                    <a:cubicBezTo>
                      <a:pt x="195241" y="152414"/>
                      <a:pt x="197959" y="151101"/>
                      <a:pt x="199758" y="148855"/>
                    </a:cubicBezTo>
                    <a:lnTo>
                      <a:pt x="238965" y="100611"/>
                    </a:lnTo>
                    <a:close/>
                    <a:moveTo>
                      <a:pt x="254276" y="80989"/>
                    </a:moveTo>
                    <a:cubicBezTo>
                      <a:pt x="246385" y="80989"/>
                      <a:pt x="239989" y="74592"/>
                      <a:pt x="239989" y="66702"/>
                    </a:cubicBezTo>
                    <a:cubicBezTo>
                      <a:pt x="239989" y="58811"/>
                      <a:pt x="246385" y="52414"/>
                      <a:pt x="254276" y="52414"/>
                    </a:cubicBezTo>
                    <a:cubicBezTo>
                      <a:pt x="262167" y="52414"/>
                      <a:pt x="268564" y="58811"/>
                      <a:pt x="268564" y="66702"/>
                    </a:cubicBezTo>
                    <a:cubicBezTo>
                      <a:pt x="268564" y="74592"/>
                      <a:pt x="262167" y="80989"/>
                      <a:pt x="254276" y="80989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</p:sp>
        </p:grpSp>
        <p:sp>
          <p:nvSpPr>
            <p:cNvPr id="36" name="TextBox 36"/>
            <p:cNvSpPr txBox="1"/>
            <p:nvPr/>
          </p:nvSpPr>
          <p:spPr>
            <a:xfrm>
              <a:off x="790956" y="4149090"/>
              <a:ext cx="160191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克洛诺斯 Boss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94004" y="44805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本章试炼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2933700" y="3543300"/>
              <a:ext cx="2209800" cy="1219200"/>
            </a:xfrm>
            <a:prstGeom prst="roundRect">
              <a:avLst>
                <a:gd name="adj" fmla="val 7812"/>
              </a:avLst>
            </a:prstGeom>
            <a:solidFill>
              <a:schemeClr val="accent5"/>
            </a:solidFill>
            <a:ln w="14288">
              <a:solidFill>
                <a:srgbClr val="3B4670"/>
              </a:solidFill>
            </a:ln>
          </p:spPr>
        </p:sp>
        <p:grpSp>
          <p:nvGrpSpPr>
            <p:cNvPr id="41" name="Group 41"/>
            <p:cNvGrpSpPr/>
            <p:nvPr/>
          </p:nvGrpSpPr>
          <p:grpSpPr>
            <a:xfrm>
              <a:off x="3126251" y="3763449"/>
              <a:ext cx="301419" cy="200276"/>
              <a:chOff x="3126251" y="3763449"/>
              <a:chExt cx="301419" cy="200276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3162300" y="3781425"/>
                <a:ext cx="1238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123825" h="123825">
                    <a:moveTo>
                      <a:pt x="123825" y="61912"/>
                    </a:moveTo>
                    <a:cubicBezTo>
                      <a:pt x="123825" y="96106"/>
                      <a:pt x="96106" y="123825"/>
                      <a:pt x="61912" y="123825"/>
                    </a:cubicBezTo>
                    <a:cubicBezTo>
                      <a:pt x="27719" y="123825"/>
                      <a:pt x="0" y="96106"/>
                      <a:pt x="0" y="61912"/>
                    </a:cubicBezTo>
                    <a:cubicBezTo>
                      <a:pt x="0" y="27719"/>
                      <a:pt x="27719" y="0"/>
                      <a:pt x="61912" y="0"/>
                    </a:cubicBezTo>
                    <a:cubicBezTo>
                      <a:pt x="96106" y="0"/>
                      <a:pt x="123825" y="27719"/>
                      <a:pt x="123825" y="61912"/>
                    </a:cubicBezTo>
                    <a:close/>
                  </a:path>
                </a:pathLst>
              </a:custGeom>
              <a:solidFill>
                <a:schemeClr val="accent1">
                  <a:alpha val="20000"/>
                </a:schemeClr>
              </a:solidFill>
              <a:ln>
                <a:noFill/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3126251" y="3763449"/>
                <a:ext cx="301419" cy="200276"/>
              </a:xfrm>
              <a:custGeom>
                <a:avLst/>
                <a:gdLst/>
                <a:ahLst/>
                <a:cxnLst/>
                <a:rect l="l" t="t" r="r" b="b"/>
                <a:pathLst>
                  <a:path w="301419" h="200276">
                    <a:moveTo>
                      <a:pt x="137550" y="139324"/>
                    </a:moveTo>
                    <a:cubicBezTo>
                      <a:pt x="163761" y="121875"/>
                      <a:pt x="175456" y="89320"/>
                      <a:pt x="166341" y="59180"/>
                    </a:cubicBezTo>
                    <a:cubicBezTo>
                      <a:pt x="157225" y="29040"/>
                      <a:pt x="129450" y="8422"/>
                      <a:pt x="97962" y="8422"/>
                    </a:cubicBezTo>
                    <a:cubicBezTo>
                      <a:pt x="66473" y="8422"/>
                      <a:pt x="38698" y="29040"/>
                      <a:pt x="29583" y="59180"/>
                    </a:cubicBezTo>
                    <a:cubicBezTo>
                      <a:pt x="20468" y="89320"/>
                      <a:pt x="32162" y="121875"/>
                      <a:pt x="58373" y="139324"/>
                    </a:cubicBezTo>
                    <a:cubicBezTo>
                      <a:pt x="35281" y="147836"/>
                      <a:pt x="15560" y="163585"/>
                      <a:pt x="2152" y="184223"/>
                    </a:cubicBezTo>
                    <a:cubicBezTo>
                      <a:pt x="234" y="187073"/>
                      <a:pt x="0" y="190735"/>
                      <a:pt x="1539" y="193807"/>
                    </a:cubicBezTo>
                    <a:cubicBezTo>
                      <a:pt x="3078" y="196878"/>
                      <a:pt x="6152" y="198883"/>
                      <a:pt x="9583" y="199053"/>
                    </a:cubicBezTo>
                    <a:cubicBezTo>
                      <a:pt x="13014" y="199224"/>
                      <a:pt x="16271" y="197533"/>
                      <a:pt x="18106" y="194629"/>
                    </a:cubicBezTo>
                    <a:cubicBezTo>
                      <a:pt x="35678" y="167604"/>
                      <a:pt x="65726" y="151299"/>
                      <a:pt x="97962" y="151299"/>
                    </a:cubicBezTo>
                    <a:cubicBezTo>
                      <a:pt x="130197" y="151299"/>
                      <a:pt x="160245" y="167604"/>
                      <a:pt x="177817" y="194629"/>
                    </a:cubicBezTo>
                    <a:cubicBezTo>
                      <a:pt x="180724" y="198950"/>
                      <a:pt x="186562" y="200135"/>
                      <a:pt x="190923" y="197290"/>
                    </a:cubicBezTo>
                    <a:cubicBezTo>
                      <a:pt x="195285" y="194445"/>
                      <a:pt x="196553" y="188625"/>
                      <a:pt x="193771" y="184223"/>
                    </a:cubicBezTo>
                    <a:cubicBezTo>
                      <a:pt x="180364" y="163585"/>
                      <a:pt x="160642" y="147836"/>
                      <a:pt x="137550" y="139324"/>
                    </a:cubicBezTo>
                    <a:close/>
                    <a:moveTo>
                      <a:pt x="45574" y="79888"/>
                    </a:moveTo>
                    <a:cubicBezTo>
                      <a:pt x="45574" y="50956"/>
                      <a:pt x="69029" y="27501"/>
                      <a:pt x="97962" y="27501"/>
                    </a:cubicBezTo>
                    <a:cubicBezTo>
                      <a:pt x="126894" y="27501"/>
                      <a:pt x="150349" y="50956"/>
                      <a:pt x="150349" y="79888"/>
                    </a:cubicBezTo>
                    <a:cubicBezTo>
                      <a:pt x="150349" y="108821"/>
                      <a:pt x="126894" y="132276"/>
                      <a:pt x="97962" y="132276"/>
                    </a:cubicBezTo>
                    <a:cubicBezTo>
                      <a:pt x="69042" y="132243"/>
                      <a:pt x="45607" y="108808"/>
                      <a:pt x="45574" y="79888"/>
                    </a:cubicBezTo>
                    <a:close/>
                    <a:moveTo>
                      <a:pt x="295772" y="197403"/>
                    </a:moveTo>
                    <a:cubicBezTo>
                      <a:pt x="291366" y="200276"/>
                      <a:pt x="285466" y="199034"/>
                      <a:pt x="282592" y="194629"/>
                    </a:cubicBezTo>
                    <a:cubicBezTo>
                      <a:pt x="265040" y="167586"/>
                      <a:pt x="234976" y="151283"/>
                      <a:pt x="202737" y="151326"/>
                    </a:cubicBezTo>
                    <a:cubicBezTo>
                      <a:pt x="197476" y="151326"/>
                      <a:pt x="193212" y="147062"/>
                      <a:pt x="193212" y="141801"/>
                    </a:cubicBezTo>
                    <a:cubicBezTo>
                      <a:pt x="193212" y="136540"/>
                      <a:pt x="197476" y="132276"/>
                      <a:pt x="202737" y="132276"/>
                    </a:cubicBezTo>
                    <a:cubicBezTo>
                      <a:pt x="223835" y="132256"/>
                      <a:pt x="242863" y="119581"/>
                      <a:pt x="251011" y="100119"/>
                    </a:cubicBezTo>
                    <a:cubicBezTo>
                      <a:pt x="259159" y="80657"/>
                      <a:pt x="254836" y="58207"/>
                      <a:pt x="240045" y="43162"/>
                    </a:cubicBezTo>
                    <a:cubicBezTo>
                      <a:pt x="225253" y="28116"/>
                      <a:pt x="202880" y="23412"/>
                      <a:pt x="183282" y="31228"/>
                    </a:cubicBezTo>
                    <a:cubicBezTo>
                      <a:pt x="180101" y="32603"/>
                      <a:pt x="176424" y="32142"/>
                      <a:pt x="173681" y="30024"/>
                    </a:cubicBezTo>
                    <a:cubicBezTo>
                      <a:pt x="170938" y="27906"/>
                      <a:pt x="169562" y="24465"/>
                      <a:pt x="170087" y="21040"/>
                    </a:cubicBezTo>
                    <a:cubicBezTo>
                      <a:pt x="170613" y="17614"/>
                      <a:pt x="172958" y="14745"/>
                      <a:pt x="176210" y="13547"/>
                    </a:cubicBezTo>
                    <a:cubicBezTo>
                      <a:pt x="210178" y="0"/>
                      <a:pt x="248891" y="14293"/>
                      <a:pt x="265906" y="46663"/>
                    </a:cubicBezTo>
                    <a:cubicBezTo>
                      <a:pt x="282922" y="79033"/>
                      <a:pt x="272744" y="119026"/>
                      <a:pt x="242325" y="139324"/>
                    </a:cubicBezTo>
                    <a:cubicBezTo>
                      <a:pt x="265417" y="147836"/>
                      <a:pt x="285139" y="163585"/>
                      <a:pt x="298546" y="184223"/>
                    </a:cubicBezTo>
                    <a:cubicBezTo>
                      <a:pt x="301419" y="188629"/>
                      <a:pt x="300177" y="194529"/>
                      <a:pt x="295772" y="19740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</p:grpSp>
        <p:sp>
          <p:nvSpPr>
            <p:cNvPr id="42" name="TextBox 42"/>
            <p:cNvSpPr txBox="1"/>
            <p:nvPr/>
          </p:nvSpPr>
          <p:spPr>
            <a:xfrm>
              <a:off x="3115056" y="414909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证人暮笙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3118104" y="448056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角色事件与证词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5257800" y="3543300"/>
              <a:ext cx="2209800" cy="1219200"/>
            </a:xfrm>
            <a:prstGeom prst="roundRect">
              <a:avLst>
                <a:gd name="adj" fmla="val 7812"/>
              </a:avLst>
            </a:prstGeom>
            <a:solidFill>
              <a:schemeClr val="accent5"/>
            </a:solidFill>
            <a:ln w="14288">
              <a:solidFill>
                <a:srgbClr val="3B4670"/>
              </a:solidFill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5503336" y="3751344"/>
              <a:ext cx="221189" cy="230086"/>
              <a:chOff x="5503336" y="3751344"/>
              <a:chExt cx="221189" cy="230086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5657850" y="3762375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57150" y="28575"/>
                    </a:moveTo>
                    <a:cubicBezTo>
                      <a:pt x="57150" y="44357"/>
                      <a:pt x="44357" y="57150"/>
                      <a:pt x="28575" y="57150"/>
                    </a:cubicBezTo>
                    <a:cubicBezTo>
                      <a:pt x="12793" y="57150"/>
                      <a:pt x="0" y="44357"/>
                      <a:pt x="0" y="28575"/>
                    </a:cubicBezTo>
                    <a:cubicBezTo>
                      <a:pt x="0" y="12793"/>
                      <a:pt x="12793" y="0"/>
                      <a:pt x="28575" y="0"/>
                    </a:cubicBezTo>
                    <a:cubicBezTo>
                      <a:pt x="44357" y="0"/>
                      <a:pt x="57150" y="12793"/>
                      <a:pt x="57150" y="28575"/>
                    </a:cubicBezTo>
                    <a:close/>
                  </a:path>
                </a:pathLst>
              </a:custGeom>
              <a:solidFill>
                <a:schemeClr val="accent1">
                  <a:alpha val="20000"/>
                </a:schemeClr>
              </a:solidFill>
              <a:ln>
                <a:noFill/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5503336" y="3751344"/>
                <a:ext cx="221189" cy="230086"/>
              </a:xfrm>
              <a:custGeom>
                <a:avLst/>
                <a:gdLst/>
                <a:ahLst/>
                <a:cxnLst/>
                <a:rect l="l" t="t" r="r" b="b"/>
                <a:pathLst>
                  <a:path w="221189" h="230086">
                    <a:moveTo>
                      <a:pt x="221189" y="39606"/>
                    </a:moveTo>
                    <a:cubicBezTo>
                      <a:pt x="221179" y="19809"/>
                      <a:pt x="206009" y="3318"/>
                      <a:pt x="186281" y="1659"/>
                    </a:cubicBezTo>
                    <a:cubicBezTo>
                      <a:pt x="166554" y="0"/>
                      <a:pt x="148843" y="13726"/>
                      <a:pt x="145527" y="33243"/>
                    </a:cubicBezTo>
                    <a:cubicBezTo>
                      <a:pt x="142211" y="52761"/>
                      <a:pt x="154395" y="71566"/>
                      <a:pt x="173564" y="76515"/>
                    </a:cubicBezTo>
                    <a:lnTo>
                      <a:pt x="173564" y="96756"/>
                    </a:lnTo>
                    <a:cubicBezTo>
                      <a:pt x="173564" y="102016"/>
                      <a:pt x="169299" y="106281"/>
                      <a:pt x="164039" y="106281"/>
                    </a:cubicBezTo>
                    <a:lnTo>
                      <a:pt x="59264" y="106281"/>
                    </a:lnTo>
                    <a:cubicBezTo>
                      <a:pt x="56018" y="106280"/>
                      <a:pt x="52797" y="106835"/>
                      <a:pt x="49739" y="107924"/>
                    </a:cubicBezTo>
                    <a:lnTo>
                      <a:pt x="49739" y="76515"/>
                    </a:lnTo>
                    <a:cubicBezTo>
                      <a:pt x="68316" y="71719"/>
                      <a:pt x="80428" y="53857"/>
                      <a:pt x="78010" y="34824"/>
                    </a:cubicBezTo>
                    <a:cubicBezTo>
                      <a:pt x="75593" y="15791"/>
                      <a:pt x="59400" y="1525"/>
                      <a:pt x="40214" y="1525"/>
                    </a:cubicBezTo>
                    <a:cubicBezTo>
                      <a:pt x="21028" y="1525"/>
                      <a:pt x="4835" y="15791"/>
                      <a:pt x="2418" y="34824"/>
                    </a:cubicBezTo>
                    <a:cubicBezTo>
                      <a:pt x="0" y="53857"/>
                      <a:pt x="12112" y="71719"/>
                      <a:pt x="30689" y="76515"/>
                    </a:cubicBezTo>
                    <a:lnTo>
                      <a:pt x="30689" y="155096"/>
                    </a:lnTo>
                    <a:cubicBezTo>
                      <a:pt x="12112" y="159893"/>
                      <a:pt x="0" y="177754"/>
                      <a:pt x="2418" y="196787"/>
                    </a:cubicBezTo>
                    <a:cubicBezTo>
                      <a:pt x="4835" y="215820"/>
                      <a:pt x="21028" y="230086"/>
                      <a:pt x="40214" y="230086"/>
                    </a:cubicBezTo>
                    <a:cubicBezTo>
                      <a:pt x="59400" y="230086"/>
                      <a:pt x="75593" y="215820"/>
                      <a:pt x="78010" y="196787"/>
                    </a:cubicBezTo>
                    <a:cubicBezTo>
                      <a:pt x="80428" y="177754"/>
                      <a:pt x="68316" y="159893"/>
                      <a:pt x="49739" y="155096"/>
                    </a:cubicBezTo>
                    <a:lnTo>
                      <a:pt x="49739" y="134856"/>
                    </a:lnTo>
                    <a:cubicBezTo>
                      <a:pt x="49739" y="129595"/>
                      <a:pt x="54003" y="125331"/>
                      <a:pt x="59264" y="125331"/>
                    </a:cubicBezTo>
                    <a:lnTo>
                      <a:pt x="164039" y="125331"/>
                    </a:lnTo>
                    <a:cubicBezTo>
                      <a:pt x="179820" y="125331"/>
                      <a:pt x="192614" y="112537"/>
                      <a:pt x="192614" y="96756"/>
                    </a:cubicBezTo>
                    <a:lnTo>
                      <a:pt x="192614" y="76515"/>
                    </a:lnTo>
                    <a:cubicBezTo>
                      <a:pt x="209428" y="72148"/>
                      <a:pt x="221172" y="56978"/>
                      <a:pt x="221189" y="39606"/>
                    </a:cubicBezTo>
                    <a:close/>
                    <a:moveTo>
                      <a:pt x="21164" y="39606"/>
                    </a:moveTo>
                    <a:cubicBezTo>
                      <a:pt x="21164" y="29085"/>
                      <a:pt x="29693" y="20556"/>
                      <a:pt x="40214" y="20556"/>
                    </a:cubicBezTo>
                    <a:cubicBezTo>
                      <a:pt x="50735" y="20556"/>
                      <a:pt x="59264" y="29085"/>
                      <a:pt x="59264" y="39606"/>
                    </a:cubicBezTo>
                    <a:cubicBezTo>
                      <a:pt x="59264" y="50127"/>
                      <a:pt x="50735" y="58656"/>
                      <a:pt x="40214" y="58656"/>
                    </a:cubicBezTo>
                    <a:cubicBezTo>
                      <a:pt x="29693" y="58656"/>
                      <a:pt x="21164" y="50127"/>
                      <a:pt x="21164" y="39606"/>
                    </a:cubicBezTo>
                    <a:close/>
                    <a:moveTo>
                      <a:pt x="59264" y="192006"/>
                    </a:moveTo>
                    <a:cubicBezTo>
                      <a:pt x="59264" y="202527"/>
                      <a:pt x="50735" y="211056"/>
                      <a:pt x="40214" y="211056"/>
                    </a:cubicBezTo>
                    <a:cubicBezTo>
                      <a:pt x="29693" y="211056"/>
                      <a:pt x="21164" y="202527"/>
                      <a:pt x="21164" y="192006"/>
                    </a:cubicBezTo>
                    <a:cubicBezTo>
                      <a:pt x="21164" y="181485"/>
                      <a:pt x="29693" y="172956"/>
                      <a:pt x="40214" y="172956"/>
                    </a:cubicBezTo>
                    <a:cubicBezTo>
                      <a:pt x="50735" y="172956"/>
                      <a:pt x="59264" y="181485"/>
                      <a:pt x="59264" y="192006"/>
                    </a:cubicBezTo>
                    <a:close/>
                    <a:moveTo>
                      <a:pt x="183089" y="58656"/>
                    </a:moveTo>
                    <a:cubicBezTo>
                      <a:pt x="172568" y="58656"/>
                      <a:pt x="164039" y="50127"/>
                      <a:pt x="164039" y="39606"/>
                    </a:cubicBezTo>
                    <a:cubicBezTo>
                      <a:pt x="164039" y="29085"/>
                      <a:pt x="172568" y="20556"/>
                      <a:pt x="183089" y="20556"/>
                    </a:cubicBezTo>
                    <a:cubicBezTo>
                      <a:pt x="193610" y="20556"/>
                      <a:pt x="202139" y="29085"/>
                      <a:pt x="202139" y="39606"/>
                    </a:cubicBezTo>
                    <a:cubicBezTo>
                      <a:pt x="202139" y="50127"/>
                      <a:pt x="193610" y="58656"/>
                      <a:pt x="183089" y="5865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5439156" y="414909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两种章末结局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5442204" y="448056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选择影响后续记录</a:t>
              </a:r>
            </a:p>
          </p:txBody>
        </p:sp>
      </p:grpSp>
      <p:grpSp>
        <p:nvGrpSpPr>
          <p:cNvPr id="66" name="acceptance"/>
          <p:cNvGrpSpPr/>
          <p:nvPr/>
        </p:nvGrpSpPr>
        <p:grpSpPr>
          <a:xfrm>
            <a:off x="7772400" y="1866900"/>
            <a:ext cx="3810000" cy="2895600"/>
            <a:chOff x="7772400" y="1866900"/>
            <a:chExt cx="3810000" cy="2895600"/>
          </a:xfrm>
        </p:grpSpPr>
        <p:sp>
          <p:nvSpPr>
            <p:cNvPr id="51" name="Rectangle 51"/>
            <p:cNvSpPr/>
            <p:nvPr/>
          </p:nvSpPr>
          <p:spPr>
            <a:xfrm>
              <a:off x="7772400" y="1866900"/>
              <a:ext cx="3810000" cy="2895600"/>
            </a:xfrm>
            <a:prstGeom prst="roundRect">
              <a:avLst>
                <a:gd name="adj" fmla="val 3947"/>
              </a:avLst>
            </a:prstGeom>
            <a:solidFill>
              <a:schemeClr val="accent1">
                <a:alpha val="12000"/>
              </a:schemeClr>
            </a:solidFill>
            <a:ln w="14288">
              <a:solidFill>
                <a:schemeClr val="accent1"/>
              </a:solidFill>
            </a:ln>
          </p:spPr>
        </p:sp>
        <p:grpSp>
          <p:nvGrpSpPr>
            <p:cNvPr id="54" name="Group 54"/>
            <p:cNvGrpSpPr/>
            <p:nvPr/>
          </p:nvGrpSpPr>
          <p:grpSpPr>
            <a:xfrm>
              <a:off x="8033519" y="2098253"/>
              <a:ext cx="200844" cy="184182"/>
              <a:chOff x="8033519" y="2098253"/>
              <a:chExt cx="200844" cy="184182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8134350" y="2124075"/>
                <a:ext cx="91678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91678" h="133350">
                    <a:moveTo>
                      <a:pt x="91678" y="0"/>
                    </a:moveTo>
                    <a:lnTo>
                      <a:pt x="91678" y="133350"/>
                    </a:lnTo>
                    <a:lnTo>
                      <a:pt x="0" y="13335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>
                  <a:alpha val="20000"/>
                </a:schemeClr>
              </a:solidFill>
              <a:ln>
                <a:noFill/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8033519" y="2098253"/>
                <a:ext cx="200844" cy="184182"/>
              </a:xfrm>
              <a:custGeom>
                <a:avLst/>
                <a:gdLst/>
                <a:ahLst/>
                <a:cxnLst/>
                <a:rect l="l" t="t" r="r" b="b"/>
                <a:pathLst>
                  <a:path w="200844" h="184182">
                    <a:moveTo>
                      <a:pt x="200844" y="92497"/>
                    </a:moveTo>
                    <a:cubicBezTo>
                      <a:pt x="200844" y="97100"/>
                      <a:pt x="197112" y="100831"/>
                      <a:pt x="192509" y="100831"/>
                    </a:cubicBezTo>
                    <a:lnTo>
                      <a:pt x="100831" y="100831"/>
                    </a:lnTo>
                    <a:cubicBezTo>
                      <a:pt x="96228" y="100831"/>
                      <a:pt x="92497" y="97100"/>
                      <a:pt x="92497" y="92497"/>
                    </a:cubicBezTo>
                    <a:cubicBezTo>
                      <a:pt x="92497" y="87894"/>
                      <a:pt x="96228" y="84163"/>
                      <a:pt x="100831" y="84163"/>
                    </a:cubicBezTo>
                    <a:lnTo>
                      <a:pt x="192509" y="84163"/>
                    </a:lnTo>
                    <a:cubicBezTo>
                      <a:pt x="197112" y="84163"/>
                      <a:pt x="200844" y="87894"/>
                      <a:pt x="200844" y="92497"/>
                    </a:cubicBezTo>
                    <a:close/>
                    <a:moveTo>
                      <a:pt x="100831" y="34156"/>
                    </a:moveTo>
                    <a:lnTo>
                      <a:pt x="192509" y="34156"/>
                    </a:lnTo>
                    <a:cubicBezTo>
                      <a:pt x="197112" y="34156"/>
                      <a:pt x="200844" y="30425"/>
                      <a:pt x="200844" y="25822"/>
                    </a:cubicBezTo>
                    <a:cubicBezTo>
                      <a:pt x="200844" y="21219"/>
                      <a:pt x="197112" y="17488"/>
                      <a:pt x="192509" y="17488"/>
                    </a:cubicBezTo>
                    <a:lnTo>
                      <a:pt x="100831" y="17488"/>
                    </a:lnTo>
                    <a:cubicBezTo>
                      <a:pt x="96228" y="17488"/>
                      <a:pt x="92497" y="21219"/>
                      <a:pt x="92497" y="25822"/>
                    </a:cubicBezTo>
                    <a:cubicBezTo>
                      <a:pt x="92497" y="30425"/>
                      <a:pt x="96228" y="34156"/>
                      <a:pt x="100831" y="34156"/>
                    </a:cubicBezTo>
                    <a:close/>
                    <a:moveTo>
                      <a:pt x="192509" y="150838"/>
                    </a:moveTo>
                    <a:lnTo>
                      <a:pt x="100831" y="150838"/>
                    </a:lnTo>
                    <a:cubicBezTo>
                      <a:pt x="96228" y="150838"/>
                      <a:pt x="92497" y="154569"/>
                      <a:pt x="92497" y="159172"/>
                    </a:cubicBezTo>
                    <a:cubicBezTo>
                      <a:pt x="92497" y="163775"/>
                      <a:pt x="96228" y="167506"/>
                      <a:pt x="100831" y="167506"/>
                    </a:cubicBezTo>
                    <a:lnTo>
                      <a:pt x="192509" y="167506"/>
                    </a:lnTo>
                    <a:cubicBezTo>
                      <a:pt x="197112" y="167506"/>
                      <a:pt x="200844" y="163775"/>
                      <a:pt x="200844" y="159172"/>
                    </a:cubicBezTo>
                    <a:cubicBezTo>
                      <a:pt x="200844" y="154569"/>
                      <a:pt x="197112" y="150838"/>
                      <a:pt x="192509" y="150838"/>
                    </a:cubicBezTo>
                    <a:close/>
                    <a:moveTo>
                      <a:pt x="53263" y="3257"/>
                    </a:moveTo>
                    <a:lnTo>
                      <a:pt x="25822" y="30708"/>
                    </a:lnTo>
                    <a:lnTo>
                      <a:pt x="15050" y="19925"/>
                    </a:lnTo>
                    <a:cubicBezTo>
                      <a:pt x="11793" y="16669"/>
                      <a:pt x="6513" y="16669"/>
                      <a:pt x="3257" y="19925"/>
                    </a:cubicBezTo>
                    <a:cubicBezTo>
                      <a:pt x="0" y="23182"/>
                      <a:pt x="0" y="28462"/>
                      <a:pt x="3257" y="31718"/>
                    </a:cubicBezTo>
                    <a:lnTo>
                      <a:pt x="19925" y="48387"/>
                    </a:lnTo>
                    <a:cubicBezTo>
                      <a:pt x="21489" y="49952"/>
                      <a:pt x="23610" y="50832"/>
                      <a:pt x="25822" y="50832"/>
                    </a:cubicBezTo>
                    <a:cubicBezTo>
                      <a:pt x="28034" y="50832"/>
                      <a:pt x="30155" y="49952"/>
                      <a:pt x="31718" y="48387"/>
                    </a:cubicBezTo>
                    <a:lnTo>
                      <a:pt x="65056" y="15050"/>
                    </a:lnTo>
                    <a:cubicBezTo>
                      <a:pt x="68313" y="11793"/>
                      <a:pt x="68313" y="6513"/>
                      <a:pt x="65056" y="3257"/>
                    </a:cubicBezTo>
                    <a:cubicBezTo>
                      <a:pt x="61799" y="0"/>
                      <a:pt x="56519" y="0"/>
                      <a:pt x="53263" y="3257"/>
                    </a:cubicBezTo>
                    <a:close/>
                    <a:moveTo>
                      <a:pt x="53263" y="69932"/>
                    </a:moveTo>
                    <a:lnTo>
                      <a:pt x="25822" y="97383"/>
                    </a:lnTo>
                    <a:lnTo>
                      <a:pt x="15050" y="86600"/>
                    </a:lnTo>
                    <a:cubicBezTo>
                      <a:pt x="11793" y="83344"/>
                      <a:pt x="6513" y="83344"/>
                      <a:pt x="3257" y="86600"/>
                    </a:cubicBezTo>
                    <a:cubicBezTo>
                      <a:pt x="0" y="89857"/>
                      <a:pt x="0" y="95137"/>
                      <a:pt x="3257" y="98393"/>
                    </a:cubicBezTo>
                    <a:lnTo>
                      <a:pt x="19925" y="115062"/>
                    </a:lnTo>
                    <a:cubicBezTo>
                      <a:pt x="21489" y="116627"/>
                      <a:pt x="23610" y="117507"/>
                      <a:pt x="25822" y="117507"/>
                    </a:cubicBezTo>
                    <a:cubicBezTo>
                      <a:pt x="28034" y="117507"/>
                      <a:pt x="30155" y="116627"/>
                      <a:pt x="31718" y="115062"/>
                    </a:cubicBezTo>
                    <a:lnTo>
                      <a:pt x="65056" y="81725"/>
                    </a:lnTo>
                    <a:cubicBezTo>
                      <a:pt x="68313" y="78468"/>
                      <a:pt x="68313" y="73188"/>
                      <a:pt x="65056" y="69932"/>
                    </a:cubicBezTo>
                    <a:cubicBezTo>
                      <a:pt x="61799" y="66675"/>
                      <a:pt x="56519" y="66675"/>
                      <a:pt x="53263" y="69932"/>
                    </a:cubicBezTo>
                    <a:close/>
                    <a:moveTo>
                      <a:pt x="53263" y="136607"/>
                    </a:moveTo>
                    <a:lnTo>
                      <a:pt x="25822" y="164058"/>
                    </a:lnTo>
                    <a:lnTo>
                      <a:pt x="15050" y="153275"/>
                    </a:lnTo>
                    <a:cubicBezTo>
                      <a:pt x="11793" y="150019"/>
                      <a:pt x="6513" y="150019"/>
                      <a:pt x="3257" y="153275"/>
                    </a:cubicBezTo>
                    <a:cubicBezTo>
                      <a:pt x="0" y="156532"/>
                      <a:pt x="0" y="161812"/>
                      <a:pt x="3257" y="165068"/>
                    </a:cubicBezTo>
                    <a:lnTo>
                      <a:pt x="19925" y="181737"/>
                    </a:lnTo>
                    <a:cubicBezTo>
                      <a:pt x="21489" y="183302"/>
                      <a:pt x="23610" y="184182"/>
                      <a:pt x="25822" y="184182"/>
                    </a:cubicBezTo>
                    <a:cubicBezTo>
                      <a:pt x="28034" y="184182"/>
                      <a:pt x="30155" y="183302"/>
                      <a:pt x="31718" y="181737"/>
                    </a:cubicBezTo>
                    <a:lnTo>
                      <a:pt x="65056" y="148400"/>
                    </a:lnTo>
                    <a:cubicBezTo>
                      <a:pt x="68313" y="145143"/>
                      <a:pt x="68313" y="139863"/>
                      <a:pt x="65056" y="136607"/>
                    </a:cubicBezTo>
                    <a:cubicBezTo>
                      <a:pt x="61799" y="133350"/>
                      <a:pt x="56519" y="133350"/>
                      <a:pt x="53263" y="13660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</p:grpSp>
        <p:sp>
          <p:nvSpPr>
            <p:cNvPr id="55" name="TextBox 55"/>
            <p:cNvSpPr txBox="1"/>
            <p:nvPr/>
          </p:nvSpPr>
          <p:spPr>
            <a:xfrm>
              <a:off x="8372856" y="2072640"/>
              <a:ext cx="247779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验收标准 · 试玩者能够</a:t>
              </a:r>
            </a:p>
          </p:txBody>
        </p:sp>
        <p:sp>
          <p:nvSpPr>
            <p:cNvPr id="56" name="Line 56"/>
            <p:cNvSpPr/>
            <p:nvPr/>
          </p:nvSpPr>
          <p:spPr>
            <a:xfrm>
              <a:off x="8001000" y="2495550"/>
              <a:ext cx="3352800" cy="9525"/>
            </a:xfrm>
            <a:custGeom>
              <a:avLst/>
              <a:gdLst/>
              <a:ahLst/>
              <a:cxnLst/>
              <a:rect l="l" t="t" r="r" b="b"/>
              <a:pathLst>
                <a:path w="3352800" h="9525">
                  <a:moveTo>
                    <a:pt x="0" y="0"/>
                  </a:moveTo>
                  <a:lnTo>
                    <a:pt x="3352800" y="0"/>
                  </a:lnTo>
                </a:path>
              </a:pathLst>
            </a:custGeom>
            <a:noFill/>
            <a:ln w="9525">
              <a:solidFill>
                <a:srgbClr val="3B4670"/>
              </a:solidFill>
            </a:ln>
          </p:spPr>
        </p:sp>
        <p:sp>
          <p:nvSpPr>
            <p:cNvPr id="57" name="Ellipse 57"/>
            <p:cNvSpPr/>
            <p:nvPr/>
          </p:nvSpPr>
          <p:spPr>
            <a:xfrm>
              <a:off x="8020050" y="2762250"/>
              <a:ext cx="266700" cy="266700"/>
            </a:xfrm>
            <a:prstGeom prst="ellipse">
              <a:avLst/>
            </a:pr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8102879" y="282321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8410956" y="2777490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看懂敌人的行动条</a:t>
              </a:r>
            </a:p>
          </p:txBody>
        </p:sp>
        <p:sp>
          <p:nvSpPr>
            <p:cNvPr id="60" name="Ellipse 60"/>
            <p:cNvSpPr/>
            <p:nvPr/>
          </p:nvSpPr>
          <p:spPr>
            <a:xfrm>
              <a:off x="8020050" y="3448050"/>
              <a:ext cx="266700" cy="266700"/>
            </a:xfrm>
            <a:prstGeom prst="ellipse">
              <a:avLst/>
            </a:pr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8102879" y="350901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410956" y="3463290"/>
              <a:ext cx="21991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主动用上放缓与冷却</a:t>
              </a:r>
            </a:p>
          </p:txBody>
        </p:sp>
        <p:sp>
          <p:nvSpPr>
            <p:cNvPr id="63" name="Ellipse 63"/>
            <p:cNvSpPr/>
            <p:nvPr/>
          </p:nvSpPr>
          <p:spPr>
            <a:xfrm>
              <a:off x="8020050" y="4133850"/>
              <a:ext cx="266700" cy="266700"/>
            </a:xfrm>
            <a:prstGeom prst="ellipse">
              <a:avLst/>
            </a:pr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8102879" y="419481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8410956" y="4149090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形成两种不同构筑</a:t>
              </a:r>
            </a:p>
          </p:txBody>
        </p:sp>
      </p:grpSp>
      <p:grpSp>
        <p:nvGrpSpPr>
          <p:cNvPr id="83" name="priority-chain"/>
          <p:cNvGrpSpPr/>
          <p:nvPr/>
        </p:nvGrpSpPr>
        <p:grpSpPr>
          <a:xfrm>
            <a:off x="602742" y="5054918"/>
            <a:ext cx="10979658" cy="1260538"/>
            <a:chOff x="602742" y="5054918"/>
            <a:chExt cx="10979658" cy="1260538"/>
          </a:xfrm>
        </p:grpSpPr>
        <p:sp>
          <p:nvSpPr>
            <p:cNvPr id="67" name="TextBox 67"/>
            <p:cNvSpPr txBox="1"/>
            <p:nvPr/>
          </p:nvSpPr>
          <p:spPr>
            <a:xfrm>
              <a:off x="602742" y="5054918"/>
              <a:ext cx="100317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spc="1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开发优先级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609600" y="5372100"/>
              <a:ext cx="1790700" cy="609600"/>
            </a:xfrm>
            <a:prstGeom prst="roundRect">
              <a:avLst>
                <a:gd name="adj" fmla="val 125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1253490" y="5568315"/>
              <a:ext cx="5029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1A1A22"/>
                  </a:solidFill>
                  <a:latin typeface="+mn-lt"/>
                  <a:ea typeface="+mn-ea"/>
                  <a:cs typeface="+mn-cs"/>
                </a:rPr>
                <a:t>规则</a:t>
              </a:r>
            </a:p>
          </p:txBody>
        </p:sp>
        <p:sp>
          <p:nvSpPr>
            <p:cNvPr id="70" name="Line 70"/>
            <p:cNvSpPr/>
            <p:nvPr/>
          </p:nvSpPr>
          <p:spPr>
            <a:xfrm>
              <a:off x="2438400" y="5676900"/>
              <a:ext cx="342900" cy="1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71" name="Rectangle 71"/>
            <p:cNvSpPr/>
            <p:nvPr/>
          </p:nvSpPr>
          <p:spPr>
            <a:xfrm>
              <a:off x="2857500" y="5372100"/>
              <a:ext cx="1790700" cy="609600"/>
            </a:xfrm>
            <a:prstGeom prst="roundRect">
              <a:avLst>
                <a:gd name="adj" fmla="val 125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3501390" y="5568315"/>
              <a:ext cx="5029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1A1A22"/>
                  </a:solidFill>
                  <a:latin typeface="+mn-lt"/>
                  <a:ea typeface="+mn-ea"/>
                  <a:cs typeface="+mn-cs"/>
                </a:rPr>
                <a:t>循环</a:t>
              </a:r>
            </a:p>
          </p:txBody>
        </p:sp>
        <p:sp>
          <p:nvSpPr>
            <p:cNvPr id="73" name="Line 73"/>
            <p:cNvSpPr/>
            <p:nvPr/>
          </p:nvSpPr>
          <p:spPr>
            <a:xfrm>
              <a:off x="4686300" y="5676900"/>
              <a:ext cx="342900" cy="1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74" name="Rectangle 74"/>
            <p:cNvSpPr/>
            <p:nvPr/>
          </p:nvSpPr>
          <p:spPr>
            <a:xfrm>
              <a:off x="5105400" y="5372100"/>
              <a:ext cx="1790700" cy="609600"/>
            </a:xfrm>
            <a:prstGeom prst="roundRect">
              <a:avLst>
                <a:gd name="adj" fmla="val 12500"/>
              </a:avLst>
            </a:prstGeom>
            <a:solidFill>
              <a:schemeClr val="accent1">
                <a:alpha val="60000"/>
              </a:schemeClr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5749290" y="5568315"/>
              <a:ext cx="5029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策略</a:t>
              </a:r>
            </a:p>
          </p:txBody>
        </p:sp>
        <p:sp>
          <p:nvSpPr>
            <p:cNvPr id="76" name="Line 76"/>
            <p:cNvSpPr/>
            <p:nvPr/>
          </p:nvSpPr>
          <p:spPr>
            <a:xfrm>
              <a:off x="6934200" y="5676900"/>
              <a:ext cx="342900" cy="1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77" name="Rectangle 77"/>
            <p:cNvSpPr/>
            <p:nvPr/>
          </p:nvSpPr>
          <p:spPr>
            <a:xfrm>
              <a:off x="7353300" y="5372100"/>
              <a:ext cx="1790700" cy="609600"/>
            </a:xfrm>
            <a:prstGeom prst="roundRect">
              <a:avLst>
                <a:gd name="adj" fmla="val 12500"/>
              </a:avLst>
            </a:prstGeom>
            <a:solidFill>
              <a:schemeClr val="accent1">
                <a:alpha val="35000"/>
              </a:schemeClr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7876032" y="5568315"/>
              <a:ext cx="7452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非线性</a:t>
              </a:r>
            </a:p>
          </p:txBody>
        </p:sp>
        <p:sp>
          <p:nvSpPr>
            <p:cNvPr id="79" name="Line 79"/>
            <p:cNvSpPr/>
            <p:nvPr/>
          </p:nvSpPr>
          <p:spPr>
            <a:xfrm>
              <a:off x="9182100" y="5676900"/>
              <a:ext cx="342900" cy="1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80" name="Rectangle 80"/>
            <p:cNvSpPr/>
            <p:nvPr/>
          </p:nvSpPr>
          <p:spPr>
            <a:xfrm>
              <a:off x="9601200" y="5372100"/>
              <a:ext cx="1981200" cy="609600"/>
            </a:xfrm>
            <a:prstGeom prst="roundRect">
              <a:avLst>
                <a:gd name="adj" fmla="val 12500"/>
              </a:avLst>
            </a:prstGeom>
            <a:noFill/>
            <a:ln w="19050">
              <a:solidFill>
                <a:schemeClr val="accent1"/>
              </a:solidFill>
              <a:prstDash val="dash"/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10340340" y="5568315"/>
              <a:ext cx="5029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扩展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603504" y="6080760"/>
              <a:ext cx="61508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先让战斗规则成立，再做完整循环与构筑策略，最后接入非线性地图并扩展到其余区域</a:t>
              </a:r>
            </a:p>
          </p:txBody>
        </p:sp>
      </p:grpSp>
      <p:sp>
        <p:nvSpPr>
          <p:cNvPr id="84" name="TextBox 84"/>
          <p:cNvSpPr txBox="1"/>
          <p:nvPr/>
        </p:nvSpPr>
        <p:spPr>
          <a:xfrm>
            <a:off x="11035132" y="6385560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12 / 14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lt1"/>
            </a:gs>
            <a:gs pos="78000">
              <a:srgbClr val="1A2242"/>
            </a:gs>
            <a:gs pos="100000">
              <a:srgbClr val="4A3246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usk-edge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</p:sp>
      <p:grpSp>
        <p:nvGrpSpPr>
          <p:cNvPr id="7" name="corner-ring"/>
          <p:cNvGrpSpPr/>
          <p:nvPr/>
        </p:nvGrpSpPr>
        <p:grpSpPr>
          <a:xfrm>
            <a:off x="10896600" y="495300"/>
            <a:ext cx="533400" cy="533400"/>
            <a:chOff x="10896600" y="495300"/>
            <a:chExt cx="533400" cy="533400"/>
          </a:xfrm>
        </p:grpSpPr>
        <p:sp>
          <p:nvSpPr>
            <p:cNvPr id="3" name="Ellipse 3"/>
            <p:cNvSpPr/>
            <p:nvPr/>
          </p:nvSpPr>
          <p:spPr>
            <a:xfrm>
              <a:off x="10896600" y="495300"/>
              <a:ext cx="533400" cy="5334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4" name="Freeform 4"/>
            <p:cNvSpPr/>
            <p:nvPr/>
          </p:nvSpPr>
          <p:spPr>
            <a:xfrm>
              <a:off x="10915650" y="514350"/>
              <a:ext cx="495300" cy="495300"/>
            </a:xfrm>
            <a:custGeom>
              <a:avLst/>
              <a:gdLst/>
              <a:ahLst/>
              <a:cxnLst/>
              <a:rect l="l" t="t" r="r" b="b"/>
              <a:pathLst>
                <a:path w="495300" h="495300">
                  <a:moveTo>
                    <a:pt x="247650" y="57150"/>
                  </a:moveTo>
                  <a:lnTo>
                    <a:pt x="247650" y="0"/>
                  </a:lnTo>
                  <a:moveTo>
                    <a:pt x="342900" y="82868"/>
                  </a:moveTo>
                  <a:lnTo>
                    <a:pt x="371475" y="33338"/>
                  </a:lnTo>
                  <a:moveTo>
                    <a:pt x="412432" y="152400"/>
                  </a:moveTo>
                  <a:lnTo>
                    <a:pt x="461962" y="123825"/>
                  </a:lnTo>
                  <a:moveTo>
                    <a:pt x="438150" y="247650"/>
                  </a:moveTo>
                  <a:lnTo>
                    <a:pt x="495300" y="247650"/>
                  </a:lnTo>
                  <a:moveTo>
                    <a:pt x="412432" y="342900"/>
                  </a:moveTo>
                  <a:lnTo>
                    <a:pt x="461962" y="371475"/>
                  </a:lnTo>
                  <a:moveTo>
                    <a:pt x="342900" y="412432"/>
                  </a:moveTo>
                  <a:lnTo>
                    <a:pt x="371475" y="461962"/>
                  </a:lnTo>
                  <a:moveTo>
                    <a:pt x="247650" y="438150"/>
                  </a:moveTo>
                  <a:lnTo>
                    <a:pt x="247650" y="495300"/>
                  </a:lnTo>
                  <a:moveTo>
                    <a:pt x="152400" y="412432"/>
                  </a:moveTo>
                  <a:lnTo>
                    <a:pt x="123825" y="461962"/>
                  </a:lnTo>
                  <a:moveTo>
                    <a:pt x="82868" y="342900"/>
                  </a:moveTo>
                  <a:lnTo>
                    <a:pt x="33338" y="371475"/>
                  </a:lnTo>
                  <a:moveTo>
                    <a:pt x="57150" y="247650"/>
                  </a:moveTo>
                  <a:lnTo>
                    <a:pt x="0" y="247650"/>
                  </a:lnTo>
                  <a:moveTo>
                    <a:pt x="82868" y="152400"/>
                  </a:moveTo>
                  <a:lnTo>
                    <a:pt x="33338" y="123825"/>
                  </a:lnTo>
                  <a:moveTo>
                    <a:pt x="152400" y="82868"/>
                  </a:moveTo>
                  <a:lnTo>
                    <a:pt x="123825" y="33338"/>
                  </a:lnTo>
                </a:path>
              </a:pathLst>
            </a:custGeom>
            <a:noFill/>
            <a:ln w="14288">
              <a:solidFill>
                <a:schemeClr val="accent1"/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11028998" y="655320"/>
              <a:ext cx="134302" cy="106680"/>
            </a:xfrm>
            <a:custGeom>
              <a:avLst/>
              <a:gdLst/>
              <a:ahLst/>
              <a:cxnLst/>
              <a:rect l="l" t="t" r="r" b="b"/>
              <a:pathLst>
                <a:path w="134302" h="106680">
                  <a:moveTo>
                    <a:pt x="134302" y="106680"/>
                  </a:moveTo>
                  <a:lnTo>
                    <a:pt x="0" y="0"/>
                  </a:lnTo>
                </a:path>
              </a:pathLst>
            </a:custGeom>
            <a:noFill/>
            <a:ln w="23812" cap="rnd">
              <a:solidFill>
                <a:schemeClr val="accent2"/>
              </a:solidFill>
            </a:ln>
          </p:spPr>
        </p:sp>
        <p:sp>
          <p:nvSpPr>
            <p:cNvPr id="6" name="Ellipse 6"/>
            <p:cNvSpPr/>
            <p:nvPr/>
          </p:nvSpPr>
          <p:spPr>
            <a:xfrm>
              <a:off x="11134725" y="733425"/>
              <a:ext cx="57150" cy="571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</p:grpSp>
      <p:grpSp>
        <p:nvGrpSpPr>
          <p:cNvPr id="12" name="page-title"/>
          <p:cNvGrpSpPr/>
          <p:nvPr/>
        </p:nvGrpSpPr>
        <p:grpSpPr>
          <a:xfrm>
            <a:off x="593598" y="454342"/>
            <a:ext cx="5148072" cy="1285875"/>
            <a:chOff x="593598" y="454342"/>
            <a:chExt cx="5148072" cy="1285875"/>
          </a:xfrm>
        </p:grpSpPr>
        <p:sp>
          <p:nvSpPr>
            <p:cNvPr id="8" name="Rectangle 8"/>
            <p:cNvSpPr/>
            <p:nvPr/>
          </p:nvSpPr>
          <p:spPr>
            <a:xfrm>
              <a:off x="609600" y="514350"/>
              <a:ext cx="76200" cy="7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74192" y="454342"/>
              <a:ext cx="11151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spc="1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05 参考资料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93598" y="783908"/>
              <a:ext cx="182422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参考资料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98170" y="1300162"/>
              <a:ext cx="514350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开发文档、项目设定与神话意象来源</a:t>
              </a:r>
            </a:p>
          </p:txBody>
        </p:sp>
      </p:grpSp>
      <p:grpSp>
        <p:nvGrpSpPr>
          <p:cNvPr id="21" name="ref-dev"/>
          <p:cNvGrpSpPr/>
          <p:nvPr/>
        </p:nvGrpSpPr>
        <p:grpSpPr>
          <a:xfrm>
            <a:off x="609600" y="1943100"/>
            <a:ext cx="5977046" cy="1261301"/>
            <a:chOff x="609600" y="1943100"/>
            <a:chExt cx="5977046" cy="1261301"/>
          </a:xfrm>
        </p:grpSpPr>
        <p:sp>
          <p:nvSpPr>
            <p:cNvPr id="13" name="Rectangle 13"/>
            <p:cNvSpPr/>
            <p:nvPr/>
          </p:nvSpPr>
          <p:spPr>
            <a:xfrm>
              <a:off x="609600" y="1943100"/>
              <a:ext cx="57150" cy="1181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16" name="Group 16"/>
            <p:cNvGrpSpPr/>
            <p:nvPr/>
          </p:nvGrpSpPr>
          <p:grpSpPr>
            <a:xfrm>
              <a:off x="883294" y="2022872"/>
              <a:ext cx="252499" cy="184180"/>
              <a:chOff x="883294" y="2022872"/>
              <a:chExt cx="252499" cy="18418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1032663" y="2076004"/>
                <a:ext cx="95984" cy="123096"/>
              </a:xfrm>
              <a:custGeom>
                <a:avLst/>
                <a:gdLst/>
                <a:ahLst/>
                <a:cxnLst/>
                <a:rect l="l" t="t" r="r" b="b"/>
                <a:pathLst>
                  <a:path w="95984" h="123096">
                    <a:moveTo>
                      <a:pt x="69561" y="121442"/>
                    </a:moveTo>
                    <a:cubicBezTo>
                      <a:pt x="60189" y="123096"/>
                      <a:pt x="50601" y="120075"/>
                      <a:pt x="43870" y="113348"/>
                    </a:cubicBezTo>
                    <a:lnTo>
                      <a:pt x="0" y="63550"/>
                    </a:lnTo>
                    <a:lnTo>
                      <a:pt x="22826" y="63550"/>
                    </a:lnTo>
                    <a:cubicBezTo>
                      <a:pt x="38838" y="63567"/>
                      <a:pt x="54036" y="56491"/>
                      <a:pt x="64331" y="44226"/>
                    </a:cubicBezTo>
                    <a:cubicBezTo>
                      <a:pt x="74625" y="31962"/>
                      <a:pt x="78959" y="15767"/>
                      <a:pt x="76166" y="0"/>
                    </a:cubicBezTo>
                    <a:lnTo>
                      <a:pt x="76166" y="0"/>
                    </a:lnTo>
                    <a:lnTo>
                      <a:pt x="93210" y="87688"/>
                    </a:lnTo>
                    <a:cubicBezTo>
                      <a:pt x="95984" y="103536"/>
                      <a:pt x="85403" y="118638"/>
                      <a:pt x="69561" y="121442"/>
                    </a:cubicBezTo>
                    <a:close/>
                  </a:path>
                </a:pathLst>
              </a:custGeom>
              <a:solidFill>
                <a:schemeClr val="accent1">
                  <a:alpha val="20000"/>
                </a:schemeClr>
              </a:solidFill>
              <a:ln>
                <a:noFill/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883294" y="2022872"/>
                <a:ext cx="252499" cy="184180"/>
              </a:xfrm>
              <a:custGeom>
                <a:avLst/>
                <a:gdLst/>
                <a:ahLst/>
                <a:cxnLst/>
                <a:rect l="l" t="t" r="r" b="b"/>
                <a:pathLst>
                  <a:path w="252499" h="184180">
                    <a:moveTo>
                      <a:pt x="176363" y="75009"/>
                    </a:moveTo>
                    <a:lnTo>
                      <a:pt x="151360" y="75009"/>
                    </a:lnTo>
                    <a:cubicBezTo>
                      <a:pt x="146757" y="75009"/>
                      <a:pt x="143025" y="71278"/>
                      <a:pt x="143025" y="66675"/>
                    </a:cubicBezTo>
                    <a:cubicBezTo>
                      <a:pt x="143025" y="62072"/>
                      <a:pt x="146757" y="58341"/>
                      <a:pt x="151360" y="58341"/>
                    </a:cubicBezTo>
                    <a:lnTo>
                      <a:pt x="176363" y="58341"/>
                    </a:lnTo>
                    <a:cubicBezTo>
                      <a:pt x="180966" y="58341"/>
                      <a:pt x="184697" y="62072"/>
                      <a:pt x="184697" y="66675"/>
                    </a:cubicBezTo>
                    <a:cubicBezTo>
                      <a:pt x="184697" y="71278"/>
                      <a:pt x="180966" y="75009"/>
                      <a:pt x="176363" y="75009"/>
                    </a:cubicBezTo>
                    <a:close/>
                    <a:moveTo>
                      <a:pt x="101353" y="58341"/>
                    </a:moveTo>
                    <a:lnTo>
                      <a:pt x="93019" y="58341"/>
                    </a:lnTo>
                    <a:lnTo>
                      <a:pt x="93019" y="50006"/>
                    </a:lnTo>
                    <a:cubicBezTo>
                      <a:pt x="93019" y="45403"/>
                      <a:pt x="89288" y="41672"/>
                      <a:pt x="84685" y="41672"/>
                    </a:cubicBezTo>
                    <a:cubicBezTo>
                      <a:pt x="80082" y="41672"/>
                      <a:pt x="76350" y="45403"/>
                      <a:pt x="76350" y="50006"/>
                    </a:cubicBezTo>
                    <a:lnTo>
                      <a:pt x="76350" y="58341"/>
                    </a:lnTo>
                    <a:lnTo>
                      <a:pt x="68016" y="58341"/>
                    </a:lnTo>
                    <a:cubicBezTo>
                      <a:pt x="63413" y="58341"/>
                      <a:pt x="59681" y="62072"/>
                      <a:pt x="59681" y="66675"/>
                    </a:cubicBezTo>
                    <a:cubicBezTo>
                      <a:pt x="59681" y="71278"/>
                      <a:pt x="63413" y="75009"/>
                      <a:pt x="68016" y="75009"/>
                    </a:cubicBezTo>
                    <a:lnTo>
                      <a:pt x="76350" y="75009"/>
                    </a:lnTo>
                    <a:lnTo>
                      <a:pt x="76350" y="83344"/>
                    </a:lnTo>
                    <a:cubicBezTo>
                      <a:pt x="76350" y="87947"/>
                      <a:pt x="80082" y="91678"/>
                      <a:pt x="84685" y="91678"/>
                    </a:cubicBezTo>
                    <a:cubicBezTo>
                      <a:pt x="89288" y="91678"/>
                      <a:pt x="93019" y="87947"/>
                      <a:pt x="93019" y="83344"/>
                    </a:cubicBezTo>
                    <a:lnTo>
                      <a:pt x="93019" y="75009"/>
                    </a:lnTo>
                    <a:lnTo>
                      <a:pt x="101353" y="75009"/>
                    </a:lnTo>
                    <a:cubicBezTo>
                      <a:pt x="105956" y="75009"/>
                      <a:pt x="109688" y="71278"/>
                      <a:pt x="109688" y="66675"/>
                    </a:cubicBezTo>
                    <a:cubicBezTo>
                      <a:pt x="109688" y="62072"/>
                      <a:pt x="105956" y="58341"/>
                      <a:pt x="101353" y="58341"/>
                    </a:cubicBezTo>
                    <a:close/>
                    <a:moveTo>
                      <a:pt x="244580" y="167365"/>
                    </a:moveTo>
                    <a:cubicBezTo>
                      <a:pt x="238221" y="176444"/>
                      <a:pt x="228172" y="182246"/>
                      <a:pt x="217130" y="183213"/>
                    </a:cubicBezTo>
                    <a:cubicBezTo>
                      <a:pt x="206087" y="184180"/>
                      <a:pt x="195183" y="180212"/>
                      <a:pt x="187343" y="172376"/>
                    </a:cubicBezTo>
                    <a:cubicBezTo>
                      <a:pt x="187218" y="172251"/>
                      <a:pt x="187093" y="172126"/>
                      <a:pt x="186979" y="171990"/>
                    </a:cubicBezTo>
                    <a:lnTo>
                      <a:pt x="145609" y="125016"/>
                    </a:lnTo>
                    <a:lnTo>
                      <a:pt x="107062" y="125016"/>
                    </a:lnTo>
                    <a:lnTo>
                      <a:pt x="65734" y="171990"/>
                    </a:lnTo>
                    <a:lnTo>
                      <a:pt x="65370" y="172376"/>
                    </a:lnTo>
                    <a:cubicBezTo>
                      <a:pt x="58329" y="179401"/>
                      <a:pt x="48791" y="183349"/>
                      <a:pt x="38845" y="183356"/>
                    </a:cubicBezTo>
                    <a:cubicBezTo>
                      <a:pt x="27762" y="183352"/>
                      <a:pt x="17248" y="178446"/>
                      <a:pt x="10125" y="169954"/>
                    </a:cubicBezTo>
                    <a:cubicBezTo>
                      <a:pt x="3002" y="161463"/>
                      <a:pt x="0" y="150255"/>
                      <a:pt x="1924" y="139340"/>
                    </a:cubicBezTo>
                    <a:cubicBezTo>
                      <a:pt x="1919" y="139292"/>
                      <a:pt x="1919" y="139243"/>
                      <a:pt x="1924" y="139194"/>
                    </a:cubicBezTo>
                    <a:lnTo>
                      <a:pt x="18978" y="51590"/>
                    </a:lnTo>
                    <a:cubicBezTo>
                      <a:pt x="24218" y="21764"/>
                      <a:pt x="50120" y="9"/>
                      <a:pt x="80403" y="0"/>
                    </a:cubicBezTo>
                    <a:lnTo>
                      <a:pt x="172195" y="0"/>
                    </a:lnTo>
                    <a:cubicBezTo>
                      <a:pt x="202374" y="48"/>
                      <a:pt x="228222" y="21624"/>
                      <a:pt x="233662" y="51308"/>
                    </a:cubicBezTo>
                    <a:cubicBezTo>
                      <a:pt x="233662" y="51371"/>
                      <a:pt x="233662" y="51434"/>
                      <a:pt x="233662" y="51496"/>
                    </a:cubicBezTo>
                    <a:lnTo>
                      <a:pt x="250716" y="139184"/>
                    </a:lnTo>
                    <a:cubicBezTo>
                      <a:pt x="250721" y="139233"/>
                      <a:pt x="250721" y="139281"/>
                      <a:pt x="250716" y="139330"/>
                    </a:cubicBezTo>
                    <a:cubicBezTo>
                      <a:pt x="252499" y="149119"/>
                      <a:pt x="250289" y="159215"/>
                      <a:pt x="244580" y="167365"/>
                    </a:cubicBezTo>
                    <a:close/>
                    <a:moveTo>
                      <a:pt x="172195" y="108347"/>
                    </a:moveTo>
                    <a:cubicBezTo>
                      <a:pt x="197512" y="108347"/>
                      <a:pt x="218035" y="87824"/>
                      <a:pt x="218035" y="62508"/>
                    </a:cubicBezTo>
                    <a:cubicBezTo>
                      <a:pt x="218035" y="37192"/>
                      <a:pt x="197512" y="16669"/>
                      <a:pt x="172195" y="16669"/>
                    </a:cubicBezTo>
                    <a:lnTo>
                      <a:pt x="80403" y="16669"/>
                    </a:lnTo>
                    <a:cubicBezTo>
                      <a:pt x="58186" y="16689"/>
                      <a:pt x="39197" y="32672"/>
                      <a:pt x="35387" y="54559"/>
                    </a:cubicBezTo>
                    <a:lnTo>
                      <a:pt x="35387" y="54694"/>
                    </a:lnTo>
                    <a:lnTo>
                      <a:pt x="18322" y="142299"/>
                    </a:lnTo>
                    <a:cubicBezTo>
                      <a:pt x="16775" y="151210"/>
                      <a:pt x="21152" y="160101"/>
                      <a:pt x="29158" y="164308"/>
                    </a:cubicBezTo>
                    <a:cubicBezTo>
                      <a:pt x="37164" y="168516"/>
                      <a:pt x="46970" y="167078"/>
                      <a:pt x="53431" y="160749"/>
                    </a:cubicBezTo>
                    <a:lnTo>
                      <a:pt x="97103" y="111170"/>
                    </a:lnTo>
                    <a:cubicBezTo>
                      <a:pt x="98685" y="109376"/>
                      <a:pt x="100961" y="108347"/>
                      <a:pt x="103354" y="108347"/>
                    </a:cubicBezTo>
                    <a:close/>
                    <a:moveTo>
                      <a:pt x="234391" y="142299"/>
                    </a:moveTo>
                    <a:lnTo>
                      <a:pt x="225285" y="95418"/>
                    </a:lnTo>
                    <a:cubicBezTo>
                      <a:pt x="213900" y="113803"/>
                      <a:pt x="193820" y="124997"/>
                      <a:pt x="172195" y="125016"/>
                    </a:cubicBezTo>
                    <a:lnTo>
                      <a:pt x="167820" y="125016"/>
                    </a:lnTo>
                    <a:lnTo>
                      <a:pt x="199282" y="160760"/>
                    </a:lnTo>
                    <a:cubicBezTo>
                      <a:pt x="204094" y="165440"/>
                      <a:pt x="210859" y="167529"/>
                      <a:pt x="217472" y="166375"/>
                    </a:cubicBezTo>
                    <a:cubicBezTo>
                      <a:pt x="228779" y="164379"/>
                      <a:pt x="236341" y="153612"/>
                      <a:pt x="234380" y="14229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</p:grpSp>
        <p:sp>
          <p:nvSpPr>
            <p:cNvPr id="17" name="TextBox 17"/>
            <p:cNvSpPr txBox="1"/>
            <p:nvPr/>
          </p:nvSpPr>
          <p:spPr>
            <a:xfrm>
              <a:off x="1248156" y="1996440"/>
              <a:ext cx="5029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开发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250442" y="2406968"/>
              <a:ext cx="514454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[1] Godot Engine 简体中文官方文档：《你的第一个 2D 游戏》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250442" y="2673668"/>
              <a:ext cx="38147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[2] Godot Engine 简体中文官方文档：2D 文档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250442" y="2940368"/>
              <a:ext cx="53362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[3] Godot Engine 简体中文官方文档：《学习用 GDScript 编程》</a:t>
              </a:r>
            </a:p>
          </p:txBody>
        </p:sp>
      </p:grpSp>
      <p:grpSp>
        <p:nvGrpSpPr>
          <p:cNvPr id="29" name="ref-setting"/>
          <p:cNvGrpSpPr/>
          <p:nvPr/>
        </p:nvGrpSpPr>
        <p:grpSpPr>
          <a:xfrm>
            <a:off x="609600" y="3390901"/>
            <a:ext cx="1580267" cy="855916"/>
            <a:chOff x="609600" y="3390900"/>
            <a:chExt cx="1580267" cy="938317"/>
          </a:xfrm>
        </p:grpSpPr>
        <p:sp>
          <p:nvSpPr>
            <p:cNvPr id="22" name="Rectangle 22"/>
            <p:cNvSpPr/>
            <p:nvPr/>
          </p:nvSpPr>
          <p:spPr>
            <a:xfrm>
              <a:off x="609600" y="3390900"/>
              <a:ext cx="57150" cy="914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grpSp>
          <p:nvGrpSpPr>
            <p:cNvPr id="25" name="Group 25"/>
            <p:cNvGrpSpPr/>
            <p:nvPr/>
          </p:nvGrpSpPr>
          <p:grpSpPr>
            <a:xfrm>
              <a:off x="884634" y="3462338"/>
              <a:ext cx="233362" cy="200025"/>
              <a:chOff x="884634" y="3462338"/>
              <a:chExt cx="233362" cy="200025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917972" y="3470672"/>
                <a:ext cx="166688" cy="183356"/>
              </a:xfrm>
              <a:custGeom>
                <a:avLst/>
                <a:gdLst/>
                <a:ahLst/>
                <a:cxnLst/>
                <a:rect l="l" t="t" r="r" b="b"/>
                <a:pathLst>
                  <a:path w="166688" h="183356">
                    <a:moveTo>
                      <a:pt x="166688" y="141684"/>
                    </a:moveTo>
                    <a:lnTo>
                      <a:pt x="66675" y="141684"/>
                    </a:lnTo>
                    <a:cubicBezTo>
                      <a:pt x="66675" y="141684"/>
                      <a:pt x="75009" y="147935"/>
                      <a:pt x="75009" y="158353"/>
                    </a:cubicBezTo>
                    <a:cubicBezTo>
                      <a:pt x="75009" y="172162"/>
                      <a:pt x="63815" y="183356"/>
                      <a:pt x="50006" y="183356"/>
                    </a:cubicBezTo>
                    <a:cubicBezTo>
                      <a:pt x="36197" y="183356"/>
                      <a:pt x="25003" y="172162"/>
                      <a:pt x="25003" y="158353"/>
                    </a:cubicBezTo>
                    <a:lnTo>
                      <a:pt x="25003" y="25003"/>
                    </a:lnTo>
                    <a:cubicBezTo>
                      <a:pt x="25003" y="11194"/>
                      <a:pt x="13809" y="0"/>
                      <a:pt x="0" y="0"/>
                    </a:cubicBezTo>
                    <a:lnTo>
                      <a:pt x="141684" y="0"/>
                    </a:lnTo>
                    <a:cubicBezTo>
                      <a:pt x="155493" y="0"/>
                      <a:pt x="166688" y="11194"/>
                      <a:pt x="166688" y="25003"/>
                    </a:cubicBezTo>
                    <a:close/>
                  </a:path>
                </a:pathLst>
              </a:custGeom>
              <a:solidFill>
                <a:schemeClr val="accent2">
                  <a:alpha val="20000"/>
                </a:schemeClr>
              </a:solidFill>
              <a:ln>
                <a:noFill/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884634" y="3462338"/>
                <a:ext cx="233362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33362" h="200025">
                    <a:moveTo>
                      <a:pt x="91678" y="75009"/>
                    </a:moveTo>
                    <a:cubicBezTo>
                      <a:pt x="91678" y="70406"/>
                      <a:pt x="95410" y="66675"/>
                      <a:pt x="100012" y="66675"/>
                    </a:cubicBezTo>
                    <a:lnTo>
                      <a:pt x="166688" y="66675"/>
                    </a:lnTo>
                    <a:cubicBezTo>
                      <a:pt x="171290" y="66675"/>
                      <a:pt x="175022" y="70406"/>
                      <a:pt x="175022" y="75009"/>
                    </a:cubicBezTo>
                    <a:cubicBezTo>
                      <a:pt x="175022" y="79612"/>
                      <a:pt x="171290" y="83344"/>
                      <a:pt x="166688" y="83344"/>
                    </a:cubicBezTo>
                    <a:lnTo>
                      <a:pt x="100012" y="83344"/>
                    </a:lnTo>
                    <a:cubicBezTo>
                      <a:pt x="95410" y="83344"/>
                      <a:pt x="91678" y="79612"/>
                      <a:pt x="91678" y="75009"/>
                    </a:cubicBezTo>
                    <a:close/>
                    <a:moveTo>
                      <a:pt x="100012" y="116681"/>
                    </a:moveTo>
                    <a:lnTo>
                      <a:pt x="166688" y="116681"/>
                    </a:lnTo>
                    <a:cubicBezTo>
                      <a:pt x="171290" y="116681"/>
                      <a:pt x="175022" y="112950"/>
                      <a:pt x="175022" y="108347"/>
                    </a:cubicBezTo>
                    <a:cubicBezTo>
                      <a:pt x="175022" y="103744"/>
                      <a:pt x="171290" y="100012"/>
                      <a:pt x="166688" y="100012"/>
                    </a:cubicBezTo>
                    <a:lnTo>
                      <a:pt x="100012" y="100012"/>
                    </a:lnTo>
                    <a:cubicBezTo>
                      <a:pt x="95410" y="100012"/>
                      <a:pt x="91678" y="103744"/>
                      <a:pt x="91678" y="108347"/>
                    </a:cubicBezTo>
                    <a:cubicBezTo>
                      <a:pt x="91678" y="112950"/>
                      <a:pt x="95410" y="116681"/>
                      <a:pt x="100012" y="116681"/>
                    </a:cubicBezTo>
                    <a:close/>
                    <a:moveTo>
                      <a:pt x="233362" y="166688"/>
                    </a:moveTo>
                    <a:cubicBezTo>
                      <a:pt x="233362" y="185099"/>
                      <a:pt x="218437" y="200025"/>
                      <a:pt x="200025" y="200025"/>
                    </a:cubicBezTo>
                    <a:lnTo>
                      <a:pt x="83344" y="200025"/>
                    </a:lnTo>
                    <a:cubicBezTo>
                      <a:pt x="64932" y="200025"/>
                      <a:pt x="50006" y="185099"/>
                      <a:pt x="50006" y="166688"/>
                    </a:cubicBezTo>
                    <a:lnTo>
                      <a:pt x="50006" y="33338"/>
                    </a:lnTo>
                    <a:cubicBezTo>
                      <a:pt x="50006" y="24132"/>
                      <a:pt x="42543" y="16669"/>
                      <a:pt x="33338" y="16669"/>
                    </a:cubicBezTo>
                    <a:cubicBezTo>
                      <a:pt x="24132" y="16669"/>
                      <a:pt x="16669" y="24132"/>
                      <a:pt x="16669" y="33338"/>
                    </a:cubicBezTo>
                    <a:cubicBezTo>
                      <a:pt x="16669" y="39317"/>
                      <a:pt x="21701" y="43360"/>
                      <a:pt x="21753" y="43401"/>
                    </a:cubicBezTo>
                    <a:lnTo>
                      <a:pt x="21753" y="43401"/>
                    </a:lnTo>
                    <a:cubicBezTo>
                      <a:pt x="24581" y="45578"/>
                      <a:pt x="25709" y="49313"/>
                      <a:pt x="24560" y="52691"/>
                    </a:cubicBezTo>
                    <a:cubicBezTo>
                      <a:pt x="23410" y="56070"/>
                      <a:pt x="20237" y="58341"/>
                      <a:pt x="16669" y="58341"/>
                    </a:cubicBezTo>
                    <a:cubicBezTo>
                      <a:pt x="14866" y="58344"/>
                      <a:pt x="13113" y="57754"/>
                      <a:pt x="11679" y="56663"/>
                    </a:cubicBezTo>
                    <a:lnTo>
                      <a:pt x="11679" y="56663"/>
                    </a:lnTo>
                    <a:cubicBezTo>
                      <a:pt x="10470" y="55778"/>
                      <a:pt x="0" y="47516"/>
                      <a:pt x="0" y="33338"/>
                    </a:cubicBezTo>
                    <a:cubicBezTo>
                      <a:pt x="0" y="14926"/>
                      <a:pt x="14926" y="0"/>
                      <a:pt x="33338" y="0"/>
                    </a:cubicBezTo>
                    <a:lnTo>
                      <a:pt x="175022" y="0"/>
                    </a:lnTo>
                    <a:cubicBezTo>
                      <a:pt x="193434" y="0"/>
                      <a:pt x="208359" y="14926"/>
                      <a:pt x="208359" y="33338"/>
                    </a:cubicBezTo>
                    <a:lnTo>
                      <a:pt x="208359" y="141684"/>
                    </a:lnTo>
                    <a:lnTo>
                      <a:pt x="216694" y="141684"/>
                    </a:lnTo>
                    <a:cubicBezTo>
                      <a:pt x="218497" y="141684"/>
                      <a:pt x="220252" y="142269"/>
                      <a:pt x="221694" y="143351"/>
                    </a:cubicBezTo>
                    <a:cubicBezTo>
                      <a:pt x="222945" y="144247"/>
                      <a:pt x="233362" y="152509"/>
                      <a:pt x="233362" y="166688"/>
                    </a:cubicBezTo>
                    <a:close/>
                    <a:moveTo>
                      <a:pt x="91949" y="147393"/>
                    </a:moveTo>
                    <a:cubicBezTo>
                      <a:pt x="93117" y="143945"/>
                      <a:pt x="96372" y="141641"/>
                      <a:pt x="100012" y="141684"/>
                    </a:cubicBezTo>
                    <a:lnTo>
                      <a:pt x="191691" y="141684"/>
                    </a:lnTo>
                    <a:lnTo>
                      <a:pt x="191691" y="33338"/>
                    </a:lnTo>
                    <a:cubicBezTo>
                      <a:pt x="191691" y="24132"/>
                      <a:pt x="184228" y="16669"/>
                      <a:pt x="175022" y="16669"/>
                    </a:cubicBezTo>
                    <a:lnTo>
                      <a:pt x="62185" y="16669"/>
                    </a:lnTo>
                    <a:cubicBezTo>
                      <a:pt x="65133" y="21729"/>
                      <a:pt x="66682" y="27481"/>
                      <a:pt x="66675" y="33338"/>
                    </a:cubicBezTo>
                    <a:lnTo>
                      <a:pt x="66675" y="166688"/>
                    </a:lnTo>
                    <a:cubicBezTo>
                      <a:pt x="66675" y="175893"/>
                      <a:pt x="74138" y="183356"/>
                      <a:pt x="83344" y="183356"/>
                    </a:cubicBezTo>
                    <a:cubicBezTo>
                      <a:pt x="92550" y="183356"/>
                      <a:pt x="100012" y="175893"/>
                      <a:pt x="100012" y="166688"/>
                    </a:cubicBezTo>
                    <a:cubicBezTo>
                      <a:pt x="100012" y="160708"/>
                      <a:pt x="94981" y="156665"/>
                      <a:pt x="94929" y="156624"/>
                    </a:cubicBezTo>
                    <a:cubicBezTo>
                      <a:pt x="92012" y="154538"/>
                      <a:pt x="90803" y="150791"/>
                      <a:pt x="91949" y="147393"/>
                    </a:cubicBezTo>
                    <a:close/>
                    <a:moveTo>
                      <a:pt x="216694" y="166688"/>
                    </a:moveTo>
                    <a:cubicBezTo>
                      <a:pt x="216590" y="163600"/>
                      <a:pt x="215398" y="160648"/>
                      <a:pt x="213329" y="158353"/>
                    </a:cubicBezTo>
                    <a:lnTo>
                      <a:pt x="115400" y="158353"/>
                    </a:lnTo>
                    <a:cubicBezTo>
                      <a:pt x="116238" y="161052"/>
                      <a:pt x="116662" y="163862"/>
                      <a:pt x="116660" y="166688"/>
                    </a:cubicBezTo>
                    <a:cubicBezTo>
                      <a:pt x="116668" y="172541"/>
                      <a:pt x="115126" y="178292"/>
                      <a:pt x="112191" y="183356"/>
                    </a:cubicBezTo>
                    <a:lnTo>
                      <a:pt x="200025" y="183356"/>
                    </a:lnTo>
                    <a:cubicBezTo>
                      <a:pt x="209231" y="183356"/>
                      <a:pt x="216694" y="175893"/>
                      <a:pt x="216694" y="166688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1248156" y="3444240"/>
              <a:ext cx="5029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设定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250507" y="3946620"/>
              <a:ext cx="939360" cy="2277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[4] </a:t>
              </a:r>
              <a:r>
                <a:rPr lang="zh-CN" altLang="en-US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组内讨论</a:t>
              </a:r>
              <a:endParaRPr lang="zh-CN" sz="1350" dirty="0">
                <a:solidFill>
                  <a:schemeClr val="accent6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250442" y="4121468"/>
              <a:ext cx="65" cy="2077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endParaRPr lang="zh-CN" sz="1350" dirty="0">
                <a:solidFill>
                  <a:schemeClr val="accent6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40" name="ref-myth"/>
          <p:cNvGrpSpPr/>
          <p:nvPr/>
        </p:nvGrpSpPr>
        <p:grpSpPr>
          <a:xfrm>
            <a:off x="598170" y="4488397"/>
            <a:ext cx="6193644" cy="1731526"/>
            <a:chOff x="609600" y="4572000"/>
            <a:chExt cx="6193644" cy="1731526"/>
          </a:xfrm>
        </p:grpSpPr>
        <p:sp>
          <p:nvSpPr>
            <p:cNvPr id="30" name="Rectangle 30"/>
            <p:cNvSpPr/>
            <p:nvPr/>
          </p:nvSpPr>
          <p:spPr>
            <a:xfrm>
              <a:off x="609600" y="4572000"/>
              <a:ext cx="57150" cy="17145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grpSp>
          <p:nvGrpSpPr>
            <p:cNvPr id="33" name="Group 33"/>
            <p:cNvGrpSpPr/>
            <p:nvPr/>
          </p:nvGrpSpPr>
          <p:grpSpPr>
            <a:xfrm>
              <a:off x="884047" y="4642323"/>
              <a:ext cx="251170" cy="184533"/>
              <a:chOff x="884047" y="4642323"/>
              <a:chExt cx="251170" cy="184533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892657" y="4676089"/>
                <a:ext cx="233987" cy="142370"/>
              </a:xfrm>
              <a:custGeom>
                <a:avLst/>
                <a:gdLst/>
                <a:ahLst/>
                <a:cxnLst/>
                <a:rect l="l" t="t" r="r" b="b"/>
                <a:pathLst>
                  <a:path w="233987" h="142370">
                    <a:moveTo>
                      <a:pt x="116993" y="142370"/>
                    </a:moveTo>
                    <a:cubicBezTo>
                      <a:pt x="100981" y="142370"/>
                      <a:pt x="74519" y="142183"/>
                      <a:pt x="44068" y="123993"/>
                    </a:cubicBezTo>
                    <a:cubicBezTo>
                      <a:pt x="13616" y="105803"/>
                      <a:pt x="3760" y="82988"/>
                      <a:pt x="604" y="71340"/>
                    </a:cubicBezTo>
                    <a:cubicBezTo>
                      <a:pt x="0" y="69229"/>
                      <a:pt x="260" y="66965"/>
                      <a:pt x="1327" y="65046"/>
                    </a:cubicBezTo>
                    <a:cubicBezTo>
                      <a:pt x="2394" y="63127"/>
                      <a:pt x="4180" y="61711"/>
                      <a:pt x="6292" y="61110"/>
                    </a:cubicBezTo>
                    <a:cubicBezTo>
                      <a:pt x="16810" y="58490"/>
                      <a:pt x="27782" y="58262"/>
                      <a:pt x="38400" y="60443"/>
                    </a:cubicBezTo>
                    <a:lnTo>
                      <a:pt x="38400" y="60443"/>
                    </a:lnTo>
                    <a:cubicBezTo>
                      <a:pt x="30451" y="35565"/>
                      <a:pt x="34233" y="16229"/>
                      <a:pt x="37358" y="6572"/>
                    </a:cubicBezTo>
                    <a:cubicBezTo>
                      <a:pt x="38714" y="2451"/>
                      <a:pt x="42943" y="0"/>
                      <a:pt x="47193" y="873"/>
                    </a:cubicBezTo>
                    <a:cubicBezTo>
                      <a:pt x="55069" y="2551"/>
                      <a:pt x="68321" y="6937"/>
                      <a:pt x="82197" y="18188"/>
                    </a:cubicBezTo>
                    <a:lnTo>
                      <a:pt x="82197" y="18188"/>
                    </a:lnTo>
                    <a:cubicBezTo>
                      <a:pt x="77512" y="30992"/>
                      <a:pt x="75183" y="44538"/>
                      <a:pt x="75321" y="58172"/>
                    </a:cubicBezTo>
                    <a:cubicBezTo>
                      <a:pt x="75321" y="119451"/>
                      <a:pt x="116993" y="142370"/>
                      <a:pt x="116993" y="142370"/>
                    </a:cubicBezTo>
                    <a:close/>
                    <a:moveTo>
                      <a:pt x="227695" y="61110"/>
                    </a:moveTo>
                    <a:cubicBezTo>
                      <a:pt x="217176" y="58490"/>
                      <a:pt x="206204" y="58262"/>
                      <a:pt x="195586" y="60443"/>
                    </a:cubicBezTo>
                    <a:lnTo>
                      <a:pt x="195586" y="60443"/>
                    </a:lnTo>
                    <a:cubicBezTo>
                      <a:pt x="203535" y="35565"/>
                      <a:pt x="199754" y="16229"/>
                      <a:pt x="196628" y="6572"/>
                    </a:cubicBezTo>
                    <a:cubicBezTo>
                      <a:pt x="195273" y="2451"/>
                      <a:pt x="191043" y="0"/>
                      <a:pt x="186794" y="873"/>
                    </a:cubicBezTo>
                    <a:cubicBezTo>
                      <a:pt x="178959" y="2551"/>
                      <a:pt x="165708" y="6916"/>
                      <a:pt x="151831" y="18188"/>
                    </a:cubicBezTo>
                    <a:lnTo>
                      <a:pt x="151831" y="18188"/>
                    </a:lnTo>
                    <a:cubicBezTo>
                      <a:pt x="156502" y="30995"/>
                      <a:pt x="158817" y="44541"/>
                      <a:pt x="158665" y="58172"/>
                    </a:cubicBezTo>
                    <a:cubicBezTo>
                      <a:pt x="158665" y="119451"/>
                      <a:pt x="116993" y="142370"/>
                      <a:pt x="116993" y="142370"/>
                    </a:cubicBezTo>
                    <a:cubicBezTo>
                      <a:pt x="133006" y="142370"/>
                      <a:pt x="159467" y="142183"/>
                      <a:pt x="189919" y="123993"/>
                    </a:cubicBezTo>
                    <a:cubicBezTo>
                      <a:pt x="220371" y="105803"/>
                      <a:pt x="230226" y="83009"/>
                      <a:pt x="233383" y="71340"/>
                    </a:cubicBezTo>
                    <a:cubicBezTo>
                      <a:pt x="233987" y="69229"/>
                      <a:pt x="233726" y="66965"/>
                      <a:pt x="232659" y="65046"/>
                    </a:cubicBezTo>
                    <a:cubicBezTo>
                      <a:pt x="231592" y="63127"/>
                      <a:pt x="229806" y="61711"/>
                      <a:pt x="227695" y="61110"/>
                    </a:cubicBezTo>
                    <a:close/>
                  </a:path>
                </a:pathLst>
              </a:custGeom>
              <a:solidFill>
                <a:schemeClr val="accent3">
                  <a:alpha val="20000"/>
                </a:schemeClr>
              </a:solidFill>
              <a:ln>
                <a:noFill/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884047" y="4642323"/>
                <a:ext cx="251170" cy="184533"/>
              </a:xfrm>
              <a:custGeom>
                <a:avLst/>
                <a:gdLst/>
                <a:ahLst/>
                <a:cxnLst/>
                <a:rect l="l" t="t" r="r" b="b"/>
                <a:pathLst>
                  <a:path w="251170" h="184533">
                    <a:moveTo>
                      <a:pt x="248358" y="94491"/>
                    </a:moveTo>
                    <a:cubicBezTo>
                      <a:pt x="246210" y="90718"/>
                      <a:pt x="242637" y="87966"/>
                      <a:pt x="238440" y="86855"/>
                    </a:cubicBezTo>
                    <a:cubicBezTo>
                      <a:pt x="230903" y="84915"/>
                      <a:pt x="223115" y="84135"/>
                      <a:pt x="215343" y="84542"/>
                    </a:cubicBezTo>
                    <a:cubicBezTo>
                      <a:pt x="219511" y="63862"/>
                      <a:pt x="216385" y="47506"/>
                      <a:pt x="213197" y="37807"/>
                    </a:cubicBezTo>
                    <a:cubicBezTo>
                      <a:pt x="210564" y="29552"/>
                      <a:pt x="202092" y="24646"/>
                      <a:pt x="193622" y="26472"/>
                    </a:cubicBezTo>
                    <a:cubicBezTo>
                      <a:pt x="183021" y="28833"/>
                      <a:pt x="172941" y="33112"/>
                      <a:pt x="163879" y="39099"/>
                    </a:cubicBezTo>
                    <a:cubicBezTo>
                      <a:pt x="157242" y="25541"/>
                      <a:pt x="147579" y="13690"/>
                      <a:pt x="135635" y="4459"/>
                    </a:cubicBezTo>
                    <a:cubicBezTo>
                      <a:pt x="129690" y="0"/>
                      <a:pt x="121516" y="0"/>
                      <a:pt x="115570" y="4459"/>
                    </a:cubicBezTo>
                    <a:cubicBezTo>
                      <a:pt x="103624" y="13687"/>
                      <a:pt x="93961" y="25539"/>
                      <a:pt x="87327" y="39099"/>
                    </a:cubicBezTo>
                    <a:cubicBezTo>
                      <a:pt x="78265" y="33112"/>
                      <a:pt x="68185" y="28833"/>
                      <a:pt x="57584" y="26472"/>
                    </a:cubicBezTo>
                    <a:cubicBezTo>
                      <a:pt x="49114" y="24646"/>
                      <a:pt x="40642" y="29552"/>
                      <a:pt x="38009" y="37807"/>
                    </a:cubicBezTo>
                    <a:cubicBezTo>
                      <a:pt x="34883" y="47506"/>
                      <a:pt x="31758" y="63852"/>
                      <a:pt x="35863" y="84542"/>
                    </a:cubicBezTo>
                    <a:cubicBezTo>
                      <a:pt x="28091" y="84135"/>
                      <a:pt x="20303" y="84915"/>
                      <a:pt x="12766" y="86855"/>
                    </a:cubicBezTo>
                    <a:cubicBezTo>
                      <a:pt x="8569" y="87966"/>
                      <a:pt x="4996" y="90718"/>
                      <a:pt x="2848" y="94491"/>
                    </a:cubicBezTo>
                    <a:cubicBezTo>
                      <a:pt x="601" y="98356"/>
                      <a:pt x="0" y="102962"/>
                      <a:pt x="1181" y="107274"/>
                    </a:cubicBezTo>
                    <a:cubicBezTo>
                      <a:pt x="4713" y="120369"/>
                      <a:pt x="15558" y="145279"/>
                      <a:pt x="48406" y="164906"/>
                    </a:cubicBezTo>
                    <a:cubicBezTo>
                      <a:pt x="81254" y="184533"/>
                      <a:pt x="110111" y="184471"/>
                      <a:pt x="125655" y="184471"/>
                    </a:cubicBezTo>
                    <a:cubicBezTo>
                      <a:pt x="141199" y="184471"/>
                      <a:pt x="170109" y="184471"/>
                      <a:pt x="202748" y="164906"/>
                    </a:cubicBezTo>
                    <a:cubicBezTo>
                      <a:pt x="235596" y="145279"/>
                      <a:pt x="246441" y="120369"/>
                      <a:pt x="249973" y="107274"/>
                    </a:cubicBezTo>
                    <a:cubicBezTo>
                      <a:pt x="251170" y="102969"/>
                      <a:pt x="250588" y="98363"/>
                      <a:pt x="248358" y="94491"/>
                    </a:cubicBezTo>
                    <a:close/>
                    <a:moveTo>
                      <a:pt x="53865" y="42932"/>
                    </a:moveTo>
                    <a:cubicBezTo>
                      <a:pt x="53891" y="42825"/>
                      <a:pt x="53996" y="42757"/>
                      <a:pt x="54104" y="42776"/>
                    </a:cubicBezTo>
                    <a:cubicBezTo>
                      <a:pt x="63798" y="44966"/>
                      <a:pt x="72946" y="49102"/>
                      <a:pt x="80993" y="54934"/>
                    </a:cubicBezTo>
                    <a:cubicBezTo>
                      <a:pt x="77329" y="66920"/>
                      <a:pt x="75510" y="79394"/>
                      <a:pt x="75597" y="91928"/>
                    </a:cubicBezTo>
                    <a:cubicBezTo>
                      <a:pt x="75597" y="111451"/>
                      <a:pt x="79524" y="127349"/>
                      <a:pt x="85087" y="140143"/>
                    </a:cubicBezTo>
                    <a:cubicBezTo>
                      <a:pt x="77179" y="132227"/>
                      <a:pt x="70335" y="123314"/>
                      <a:pt x="64731" y="113629"/>
                    </a:cubicBezTo>
                    <a:cubicBezTo>
                      <a:pt x="45958" y="80937"/>
                      <a:pt x="49864" y="55288"/>
                      <a:pt x="53865" y="42932"/>
                    </a:cubicBezTo>
                    <a:close/>
                    <a:moveTo>
                      <a:pt x="56990" y="150602"/>
                    </a:moveTo>
                    <a:cubicBezTo>
                      <a:pt x="29206" y="134017"/>
                      <a:pt x="20194" y="113681"/>
                      <a:pt x="17256" y="102898"/>
                    </a:cubicBezTo>
                    <a:cubicBezTo>
                      <a:pt x="24922" y="101011"/>
                      <a:pt x="32876" y="100597"/>
                      <a:pt x="40697" y="101679"/>
                    </a:cubicBezTo>
                    <a:cubicBezTo>
                      <a:pt x="43307" y="108673"/>
                      <a:pt x="46496" y="115436"/>
                      <a:pt x="50229" y="121901"/>
                    </a:cubicBezTo>
                    <a:cubicBezTo>
                      <a:pt x="59395" y="137704"/>
                      <a:pt x="71404" y="151677"/>
                      <a:pt x="85650" y="163114"/>
                    </a:cubicBezTo>
                    <a:cubicBezTo>
                      <a:pt x="75576" y="160218"/>
                      <a:pt x="65927" y="156011"/>
                      <a:pt x="56949" y="150602"/>
                    </a:cubicBezTo>
                    <a:close/>
                    <a:moveTo>
                      <a:pt x="125603" y="166135"/>
                    </a:moveTo>
                    <a:cubicBezTo>
                      <a:pt x="115883" y="158905"/>
                      <a:pt x="92265" y="136725"/>
                      <a:pt x="92265" y="91928"/>
                    </a:cubicBezTo>
                    <a:cubicBezTo>
                      <a:pt x="92265" y="47683"/>
                      <a:pt x="115581" y="25326"/>
                      <a:pt x="125603" y="17783"/>
                    </a:cubicBezTo>
                    <a:cubicBezTo>
                      <a:pt x="135625" y="25347"/>
                      <a:pt x="158940" y="47704"/>
                      <a:pt x="158940" y="91949"/>
                    </a:cubicBezTo>
                    <a:cubicBezTo>
                      <a:pt x="158940" y="136725"/>
                      <a:pt x="135323" y="158905"/>
                      <a:pt x="125603" y="166135"/>
                    </a:cubicBezTo>
                    <a:close/>
                    <a:moveTo>
                      <a:pt x="170213" y="54934"/>
                    </a:moveTo>
                    <a:cubicBezTo>
                      <a:pt x="178261" y="49106"/>
                      <a:pt x="187409" y="44973"/>
                      <a:pt x="197101" y="42787"/>
                    </a:cubicBezTo>
                    <a:cubicBezTo>
                      <a:pt x="197210" y="42767"/>
                      <a:pt x="197315" y="42836"/>
                      <a:pt x="197341" y="42943"/>
                    </a:cubicBezTo>
                    <a:cubicBezTo>
                      <a:pt x="201342" y="55288"/>
                      <a:pt x="205248" y="80937"/>
                      <a:pt x="186475" y="113629"/>
                    </a:cubicBezTo>
                    <a:cubicBezTo>
                      <a:pt x="180875" y="123326"/>
                      <a:pt x="174032" y="132250"/>
                      <a:pt x="166118" y="140174"/>
                    </a:cubicBezTo>
                    <a:cubicBezTo>
                      <a:pt x="171682" y="127401"/>
                      <a:pt x="175609" y="111483"/>
                      <a:pt x="175609" y="91959"/>
                    </a:cubicBezTo>
                    <a:cubicBezTo>
                      <a:pt x="175700" y="79415"/>
                      <a:pt x="173880" y="66930"/>
                      <a:pt x="170213" y="54934"/>
                    </a:cubicBezTo>
                    <a:close/>
                    <a:moveTo>
                      <a:pt x="233950" y="102919"/>
                    </a:moveTo>
                    <a:cubicBezTo>
                      <a:pt x="231064" y="113598"/>
                      <a:pt x="222073" y="133975"/>
                      <a:pt x="194268" y="150602"/>
                    </a:cubicBezTo>
                    <a:cubicBezTo>
                      <a:pt x="185289" y="156008"/>
                      <a:pt x="175639" y="160211"/>
                      <a:pt x="165566" y="163104"/>
                    </a:cubicBezTo>
                    <a:cubicBezTo>
                      <a:pt x="179812" y="151666"/>
                      <a:pt x="191821" y="137694"/>
                      <a:pt x="200987" y="121890"/>
                    </a:cubicBezTo>
                    <a:cubicBezTo>
                      <a:pt x="204721" y="115426"/>
                      <a:pt x="207909" y="108662"/>
                      <a:pt x="210520" y="101669"/>
                    </a:cubicBezTo>
                    <a:cubicBezTo>
                      <a:pt x="218338" y="100592"/>
                      <a:pt x="226289" y="101012"/>
                      <a:pt x="233950" y="102909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1248156" y="462534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神话意象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250442" y="5035868"/>
              <a:ext cx="5552802" cy="2077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[</a:t>
              </a:r>
              <a:r>
                <a:rPr lang="en-US" alt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5</a:t>
              </a:r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] 大都会艺术博物馆（The Met）馆藏条目：赫卡忒、伊西斯、舞王湿婆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250442" y="5302568"/>
              <a:ext cx="4029949" cy="2077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[</a:t>
              </a:r>
              <a:r>
                <a:rPr lang="en-US" alt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6</a:t>
              </a:r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] 大英博物馆（British Museum）馆藏条目：雅努斯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250442" y="5569268"/>
              <a:ext cx="3499420" cy="2077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[</a:t>
              </a:r>
              <a:r>
                <a:rPr lang="en-US" alt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7</a:t>
              </a:r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] Perseus Digital Library：赫西俄德《神谱》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250442" y="5835968"/>
              <a:ext cx="4681346" cy="2077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[</a:t>
              </a:r>
              <a:r>
                <a:rPr lang="en-US" alt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8</a:t>
              </a:r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] ETCSL（苏美尔文学电子文本语料库）：《伊南娜下冥界》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251204" y="6118860"/>
              <a:ext cx="2616101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E86A8"/>
                  </a:solidFill>
                  <a:latin typeface="+mn-lt"/>
                  <a:ea typeface="+mn-ea"/>
                  <a:cs typeface="+mn-cs"/>
                </a:rPr>
                <a:t>神话资料仅作为权柄与角色的意象参考</a:t>
              </a:r>
            </a:p>
          </p:txBody>
        </p:sp>
      </p:grpSp>
      <p:sp>
        <p:nvSpPr>
          <p:cNvPr id="41" name="TextBox 41"/>
          <p:cNvSpPr txBox="1"/>
          <p:nvPr/>
        </p:nvSpPr>
        <p:spPr>
          <a:xfrm>
            <a:off x="11035132" y="6385560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13 / 14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F1530"/>
            </a:gs>
            <a:gs pos="60000">
              <a:schemeClr val="accent5"/>
            </a:gs>
            <a:gs pos="88000">
              <a:srgbClr val="6A4552"/>
            </a:gs>
            <a:gs pos="100000">
              <a:schemeClr val="accent3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closing-ring"/>
          <p:cNvGrpSpPr/>
          <p:nvPr/>
        </p:nvGrpSpPr>
        <p:grpSpPr>
          <a:xfrm>
            <a:off x="9525000" y="4191000"/>
            <a:ext cx="2476500" cy="2476500"/>
            <a:chOff x="9525000" y="4191000"/>
            <a:chExt cx="2476500" cy="2476500"/>
          </a:xfrm>
        </p:grpSpPr>
        <p:sp>
          <p:nvSpPr>
            <p:cNvPr id="2" name="Ellipse 2"/>
            <p:cNvSpPr/>
            <p:nvPr/>
          </p:nvSpPr>
          <p:spPr>
            <a:xfrm>
              <a:off x="9525000" y="4191000"/>
              <a:ext cx="2476500" cy="2476500"/>
            </a:xfrm>
            <a:prstGeom prst="ellipse">
              <a:avLst/>
            </a:prstGeom>
            <a:gradFill>
              <a:gsLst>
                <a:gs pos="0">
                  <a:schemeClr val="accent3">
                    <a:alpha val="25000"/>
                  </a:schemeClr>
                </a:gs>
                <a:gs pos="100000">
                  <a:schemeClr val="accent5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3" name="Ellipse 3"/>
            <p:cNvSpPr/>
            <p:nvPr/>
          </p:nvSpPr>
          <p:spPr>
            <a:xfrm>
              <a:off x="9620250" y="4286250"/>
              <a:ext cx="2286000" cy="2286000"/>
            </a:xfrm>
            <a:prstGeom prst="ellipse">
              <a:avLst/>
            </a:prstGeom>
            <a:noFill/>
            <a:ln w="28575">
              <a:solidFill>
                <a:schemeClr val="accent1"/>
              </a:solidFill>
            </a:ln>
            <a:effectLst>
              <a:glow rad="47625">
                <a:srgbClr val="C08A4A">
                  <a:alpha val="50000"/>
                </a:srgbClr>
              </a:glow>
            </a:effectLst>
          </p:spPr>
        </p:sp>
        <p:sp>
          <p:nvSpPr>
            <p:cNvPr id="4" name="Ellipse 4"/>
            <p:cNvSpPr/>
            <p:nvPr/>
          </p:nvSpPr>
          <p:spPr>
            <a:xfrm>
              <a:off x="9848850" y="4514850"/>
              <a:ext cx="1828800" cy="1828800"/>
            </a:xfrm>
            <a:prstGeom prst="ellipse">
              <a:avLst/>
            </a:prstGeom>
            <a:noFill/>
            <a:ln w="9525">
              <a:solidFill>
                <a:schemeClr val="accent1">
                  <a:alpha val="60000"/>
                </a:schemeClr>
              </a:solidFill>
            </a:ln>
          </p:spPr>
        </p:sp>
        <p:sp>
          <p:nvSpPr>
            <p:cNvPr id="5" name="Freeform 5"/>
            <p:cNvSpPr/>
            <p:nvPr/>
          </p:nvSpPr>
          <p:spPr>
            <a:xfrm>
              <a:off x="9620250" y="4286250"/>
              <a:ext cx="2286000" cy="2286000"/>
            </a:xfrm>
            <a:custGeom>
              <a:avLst/>
              <a:gdLst/>
              <a:ahLst/>
              <a:cxnLst/>
              <a:rect l="l" t="t" r="r" b="b"/>
              <a:pathLst>
                <a:path w="2286000" h="2286000">
                  <a:moveTo>
                    <a:pt x="1143000" y="190500"/>
                  </a:moveTo>
                  <a:lnTo>
                    <a:pt x="1143000" y="0"/>
                  </a:lnTo>
                  <a:moveTo>
                    <a:pt x="1619250" y="318135"/>
                  </a:moveTo>
                  <a:lnTo>
                    <a:pt x="1714500" y="153353"/>
                  </a:lnTo>
                  <a:moveTo>
                    <a:pt x="1967865" y="666750"/>
                  </a:moveTo>
                  <a:lnTo>
                    <a:pt x="2132648" y="571500"/>
                  </a:lnTo>
                  <a:moveTo>
                    <a:pt x="2095500" y="1143000"/>
                  </a:moveTo>
                  <a:lnTo>
                    <a:pt x="2286000" y="1143000"/>
                  </a:lnTo>
                  <a:moveTo>
                    <a:pt x="1967865" y="1619250"/>
                  </a:moveTo>
                  <a:lnTo>
                    <a:pt x="2132648" y="1714500"/>
                  </a:lnTo>
                  <a:moveTo>
                    <a:pt x="1619250" y="1967865"/>
                  </a:moveTo>
                  <a:lnTo>
                    <a:pt x="1714500" y="2132648"/>
                  </a:lnTo>
                  <a:moveTo>
                    <a:pt x="1143000" y="2095500"/>
                  </a:moveTo>
                  <a:lnTo>
                    <a:pt x="1143000" y="2286000"/>
                  </a:lnTo>
                  <a:moveTo>
                    <a:pt x="666750" y="1967865"/>
                  </a:moveTo>
                  <a:lnTo>
                    <a:pt x="571500" y="2132648"/>
                  </a:lnTo>
                  <a:moveTo>
                    <a:pt x="318135" y="1619250"/>
                  </a:moveTo>
                  <a:lnTo>
                    <a:pt x="153352" y="1714500"/>
                  </a:lnTo>
                  <a:moveTo>
                    <a:pt x="190500" y="1143000"/>
                  </a:moveTo>
                  <a:lnTo>
                    <a:pt x="0" y="1143000"/>
                  </a:lnTo>
                  <a:moveTo>
                    <a:pt x="318135" y="666750"/>
                  </a:moveTo>
                  <a:lnTo>
                    <a:pt x="153352" y="571500"/>
                  </a:lnTo>
                  <a:moveTo>
                    <a:pt x="666750" y="318135"/>
                  </a:moveTo>
                  <a:lnTo>
                    <a:pt x="571500" y="153353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10629900" y="4610100"/>
              <a:ext cx="133350" cy="819150"/>
            </a:xfrm>
            <a:custGeom>
              <a:avLst/>
              <a:gdLst/>
              <a:ahLst/>
              <a:cxnLst/>
              <a:rect l="l" t="t" r="r" b="b"/>
              <a:pathLst>
                <a:path w="133350" h="819150">
                  <a:moveTo>
                    <a:pt x="133350" y="819150"/>
                  </a:moveTo>
                  <a:lnTo>
                    <a:pt x="0" y="0"/>
                  </a:lnTo>
                </a:path>
              </a:pathLst>
            </a:custGeom>
            <a:noFill/>
            <a:ln w="38100" cap="rnd">
              <a:solidFill>
                <a:schemeClr val="accent2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10687050" y="535305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</p:grpSp>
      <p:grpSp>
        <p:nvGrpSpPr>
          <p:cNvPr id="13" name="page-title"/>
          <p:cNvGrpSpPr/>
          <p:nvPr/>
        </p:nvGrpSpPr>
        <p:grpSpPr>
          <a:xfrm>
            <a:off x="593598" y="454342"/>
            <a:ext cx="4840319" cy="1285875"/>
            <a:chOff x="593598" y="454342"/>
            <a:chExt cx="4840319" cy="1285875"/>
          </a:xfrm>
        </p:grpSpPr>
        <p:sp>
          <p:nvSpPr>
            <p:cNvPr id="9" name="Rectangle 9"/>
            <p:cNvSpPr/>
            <p:nvPr/>
          </p:nvSpPr>
          <p:spPr>
            <a:xfrm>
              <a:off x="609600" y="514350"/>
              <a:ext cx="76200" cy="7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74192" y="454342"/>
              <a:ext cx="11151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spc="1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05 小组分工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93598" y="783908"/>
              <a:ext cx="406450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小组成员分工及评价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98170" y="1300162"/>
              <a:ext cx="4835747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G08 组 · 三人协作完成设定与汇报</a:t>
              </a:r>
            </a:p>
          </p:txBody>
        </p:sp>
      </p:grpSp>
      <p:grpSp>
        <p:nvGrpSpPr>
          <p:cNvPr id="21" name="member-1"/>
          <p:cNvGrpSpPr/>
          <p:nvPr/>
        </p:nvGrpSpPr>
        <p:grpSpPr>
          <a:xfrm>
            <a:off x="609600" y="1905000"/>
            <a:ext cx="8572500" cy="1143000"/>
            <a:chOff x="609600" y="1905000"/>
            <a:chExt cx="8572500" cy="1143000"/>
          </a:xfrm>
        </p:grpSpPr>
        <p:sp>
          <p:nvSpPr>
            <p:cNvPr id="14" name="Rectangle 14"/>
            <p:cNvSpPr/>
            <p:nvPr/>
          </p:nvSpPr>
          <p:spPr>
            <a:xfrm>
              <a:off x="609600" y="1905000"/>
              <a:ext cx="8572500" cy="1143000"/>
            </a:xfrm>
            <a:prstGeom prst="roundRect">
              <a:avLst>
                <a:gd name="adj" fmla="val 10000"/>
              </a:avLst>
            </a:prstGeom>
            <a:solidFill>
              <a:schemeClr val="accent5">
                <a:alpha val="75000"/>
              </a:schemeClr>
            </a:solidFill>
            <a:ln w="14288">
              <a:solidFill>
                <a:srgbClr val="3B4670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2208" y="2141220"/>
              <a:ext cx="37978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01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438656" y="2205990"/>
              <a:ext cx="7452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高豪杰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08304" y="265176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分工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26642" y="2635568"/>
              <a:ext cx="158574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ppt制作、大纲设定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965704" y="227076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评价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384042" y="2254568"/>
              <a:ext cx="2585466" cy="5307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较为初步地完成了游戏的世界观，</a:t>
              </a:r>
              <a:br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并制作了简单的ppt演示</a:t>
              </a:r>
            </a:p>
          </p:txBody>
        </p:sp>
      </p:grpSp>
      <p:grpSp>
        <p:nvGrpSpPr>
          <p:cNvPr id="29" name="member-2"/>
          <p:cNvGrpSpPr/>
          <p:nvPr/>
        </p:nvGrpSpPr>
        <p:grpSpPr>
          <a:xfrm>
            <a:off x="609600" y="3238500"/>
            <a:ext cx="8572500" cy="1143000"/>
            <a:chOff x="609600" y="3238500"/>
            <a:chExt cx="8572500" cy="1143000"/>
          </a:xfrm>
        </p:grpSpPr>
        <p:sp>
          <p:nvSpPr>
            <p:cNvPr id="22" name="Rectangle 22"/>
            <p:cNvSpPr/>
            <p:nvPr/>
          </p:nvSpPr>
          <p:spPr>
            <a:xfrm>
              <a:off x="609600" y="3238500"/>
              <a:ext cx="8572500" cy="1143000"/>
            </a:xfrm>
            <a:prstGeom prst="roundRect">
              <a:avLst>
                <a:gd name="adj" fmla="val 10000"/>
              </a:avLst>
            </a:prstGeom>
            <a:solidFill>
              <a:schemeClr val="accent5">
                <a:alpha val="75000"/>
              </a:schemeClr>
            </a:solidFill>
            <a:ln w="14288">
              <a:solidFill>
                <a:srgbClr val="3B4670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02208" y="3474720"/>
              <a:ext cx="37978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02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438656" y="3539490"/>
              <a:ext cx="7452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庄凯杰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08304" y="398526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分工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326642" y="3969068"/>
              <a:ext cx="158574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想法贡献、ppt修改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965704" y="360426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评价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384042" y="3588068"/>
              <a:ext cx="2242566" cy="5307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提供了很好的游戏设计想法，</a:t>
              </a:r>
              <a:br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且对制作的ppt作了部分修改</a:t>
              </a:r>
            </a:p>
          </p:txBody>
        </p:sp>
      </p:grpSp>
      <p:grpSp>
        <p:nvGrpSpPr>
          <p:cNvPr id="37" name="member-3"/>
          <p:cNvGrpSpPr/>
          <p:nvPr/>
        </p:nvGrpSpPr>
        <p:grpSpPr>
          <a:xfrm>
            <a:off x="609600" y="4572000"/>
            <a:ext cx="8572500" cy="1143000"/>
            <a:chOff x="609600" y="4572000"/>
            <a:chExt cx="8572500" cy="1143000"/>
          </a:xfrm>
        </p:grpSpPr>
        <p:sp>
          <p:nvSpPr>
            <p:cNvPr id="30" name="Rectangle 30"/>
            <p:cNvSpPr/>
            <p:nvPr/>
          </p:nvSpPr>
          <p:spPr>
            <a:xfrm>
              <a:off x="609600" y="4572000"/>
              <a:ext cx="8572500" cy="1143000"/>
            </a:xfrm>
            <a:prstGeom prst="roundRect">
              <a:avLst>
                <a:gd name="adj" fmla="val 10000"/>
              </a:avLst>
            </a:prstGeom>
            <a:solidFill>
              <a:schemeClr val="accent5">
                <a:alpha val="75000"/>
              </a:schemeClr>
            </a:solidFill>
            <a:ln w="14288">
              <a:solidFill>
                <a:srgbClr val="3B4670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902208" y="4808220"/>
              <a:ext cx="37978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03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438656" y="4872990"/>
              <a:ext cx="5029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隆涛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08304" y="531876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分工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326642" y="530256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想法贡献、初稿撰写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965704" y="493776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评价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384042" y="4921568"/>
              <a:ext cx="2071116" cy="5307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提供了游戏玩法上的建议，</a:t>
              </a:r>
              <a:br>
                <a:rPr dirty="0"/>
              </a:br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同时编写了完整的ppt初稿</a:t>
              </a:r>
            </a:p>
          </p:txBody>
        </p:sp>
      </p:grpSp>
      <p:grpSp>
        <p:nvGrpSpPr>
          <p:cNvPr id="39" name="closing-line"/>
          <p:cNvGrpSpPr/>
          <p:nvPr/>
        </p:nvGrpSpPr>
        <p:grpSpPr>
          <a:xfrm>
            <a:off x="593598" y="6049161"/>
            <a:ext cx="3898503" cy="369332"/>
            <a:chOff x="597408" y="6065520"/>
            <a:chExt cx="3898503" cy="369332"/>
          </a:xfrm>
        </p:grpSpPr>
        <p:sp>
          <p:nvSpPr>
            <p:cNvPr id="38" name="TextBox 38"/>
            <p:cNvSpPr txBox="1"/>
            <p:nvPr/>
          </p:nvSpPr>
          <p:spPr>
            <a:xfrm>
              <a:off x="597408" y="6065520"/>
              <a:ext cx="3898503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谢谢观看 ，旅程</a:t>
              </a:r>
              <a:r>
                <a:rPr lang="zh-CN" altLang="en-US" sz="240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仍未结束</a:t>
              </a:r>
              <a:r>
                <a:rPr lang="en-US" altLang="zh-CN" sz="240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……</a:t>
              </a:r>
              <a:endParaRPr lang="zh-CN" sz="2400" dirty="0">
                <a:solidFill>
                  <a:schemeClr val="dk1"/>
                </a:solidFill>
                <a:latin typeface="+mj-lt"/>
                <a:ea typeface="+mj-ea"/>
                <a:cs typeface="+mj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name="endless_poem_intro">
  <a:themeElements>
    <a:clrScheme name="endless_poem_intro">
      <a:dk1>
        <a:srgbClr val="F3EBDD"/>
      </a:dk1>
      <a:lt1>
        <a:srgbClr val="141B33"/>
      </a:lt1>
      <a:dk2>
        <a:srgbClr val="1F497D"/>
      </a:dk2>
      <a:lt2>
        <a:srgbClr val="141B33"/>
      </a:lt2>
      <a:accent1>
        <a:srgbClr val="C08A4A"/>
      </a:accent1>
      <a:accent2>
        <a:srgbClr val="E8C35A"/>
      </a:accent2>
      <a:accent3>
        <a:srgbClr val="E07A4F"/>
      </a:accent3>
      <a:accent4>
        <a:srgbClr val="C08A4A"/>
      </a:accent4>
      <a:accent5>
        <a:srgbClr val="1F2A4D"/>
      </a:accent5>
      <a:accent6>
        <a:srgbClr val="AFA9C2"/>
      </a:accent6>
      <a:hlink>
        <a:srgbClr val="E8C35A"/>
      </a:hlink>
      <a:folHlink>
        <a:srgbClr val="E07A4F"/>
      </a:folHlink>
    </a:clrScheme>
    <a:fontScheme name="endless_poem_intro">
      <a:majorFont>
        <a:latin typeface="Kaiti SC"/>
        <a:ea typeface="KaiTi"/>
        <a:cs typeface="Kaiti SC"/>
        <a:font script="Jpan" typeface="KaiTi"/>
        <a:font script="Hang" typeface="KaiTi"/>
        <a:font script="Hans" typeface="KaiTi"/>
        <a:font script="Hant" typeface="KaiT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Segoe UI"/>
        <a:ea typeface="Microsoft YaHei"/>
        <a:cs typeface="Segoe U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ndless_poem_intr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endless_poem_intro">
  <a:themeElements>
    <a:clrScheme name="endless_poem_intro">
      <a:dk1>
        <a:srgbClr val="F3EBDD"/>
      </a:dk1>
      <a:lt1>
        <a:srgbClr val="141B33"/>
      </a:lt1>
      <a:dk2>
        <a:srgbClr val="1F497D"/>
      </a:dk2>
      <a:lt2>
        <a:srgbClr val="141B33"/>
      </a:lt2>
      <a:accent1>
        <a:srgbClr val="C08A4A"/>
      </a:accent1>
      <a:accent2>
        <a:srgbClr val="E8C35A"/>
      </a:accent2>
      <a:accent3>
        <a:srgbClr val="E07A4F"/>
      </a:accent3>
      <a:accent4>
        <a:srgbClr val="C08A4A"/>
      </a:accent4>
      <a:accent5>
        <a:srgbClr val="1F2A4D"/>
      </a:accent5>
      <a:accent6>
        <a:srgbClr val="AFA9C2"/>
      </a:accent6>
      <a:hlink>
        <a:srgbClr val="E8C35A"/>
      </a:hlink>
      <a:folHlink>
        <a:srgbClr val="E07A4F"/>
      </a:folHlink>
    </a:clrScheme>
    <a:fontScheme name="endless_poem_intro">
      <a:majorFont>
        <a:latin typeface="Kaiti SC"/>
        <a:ea typeface="KaiTi"/>
        <a:cs typeface="Kaiti SC"/>
        <a:font script="Jpan" typeface="KaiTi"/>
        <a:font script="Hang" typeface="KaiTi"/>
        <a:font script="Hans" typeface="KaiTi"/>
        <a:font script="Hant" typeface="KaiT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Segoe UI"/>
        <a:ea typeface="Microsoft YaHei"/>
        <a:cs typeface="Segoe U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ndless_poem_intr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2788</Words>
  <Application>Microsoft Office PowerPoint</Application>
  <PresentationFormat>宽屏</PresentationFormat>
  <Paragraphs>302</Paragraphs>
  <Slides>14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17" baseType="lpstr">
      <vt:lpstr>Arial</vt:lpstr>
      <vt:lpstr>Segoe UI</vt:lpstr>
      <vt:lpstr>endless_poem_intro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dust star</cp:lastModifiedBy>
  <cp:revision>4</cp:revision>
  <dcterms:created xsi:type="dcterms:W3CDTF">2026-09-27T09:29:51Z</dcterms:created>
  <dcterms:modified xsi:type="dcterms:W3CDTF">2026-09-27T11:25:16Z</dcterms:modified>
  <cp:category/>
  <cp:contentStatus/>
  <dc:language>zh-CN</dc:language>
</cp:coreProperties>
</file>